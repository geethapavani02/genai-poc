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1302"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C18CC2-415A-48A6-B862-48BD77A2A8E5}" v="21" dt="2025-05-19T06:22:02.7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59" d="100"/>
          <a:sy n="159" d="100"/>
        </p:scale>
        <p:origin x="76"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2.png"/><Relationship Id="rId3" Type="http://schemas.openxmlformats.org/officeDocument/2006/relationships/image" Target="../media/image4.png"/><Relationship Id="rId7" Type="http://schemas.openxmlformats.org/officeDocument/2006/relationships/image" Target="../media/image6.png"/><Relationship Id="rId12" Type="http://schemas.openxmlformats.org/officeDocument/2006/relationships/image" Target="../media/image9.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hyperlink" Target="http://www.youtube.com/capgeminimedia" TargetMode="External"/><Relationship Id="rId3" Type="http://schemas.openxmlformats.org/officeDocument/2006/relationships/tags" Target="../tags/tag7.xml"/><Relationship Id="rId7" Type="http://schemas.openxmlformats.org/officeDocument/2006/relationships/hyperlink" Target="http://www.linkedin.com/company/capgemini" TargetMode="External"/><Relationship Id="rId12" Type="http://schemas.openxmlformats.org/officeDocument/2006/relationships/image" Target="../media/image6.png"/><Relationship Id="rId17" Type="http://schemas.openxmlformats.org/officeDocument/2006/relationships/image" Target="../media/image2.png"/><Relationship Id="rId2" Type="http://schemas.openxmlformats.org/officeDocument/2006/relationships/tags" Target="../tags/tag6.xml"/><Relationship Id="rId16" Type="http://schemas.openxmlformats.org/officeDocument/2006/relationships/image" Target="../media/image8.png"/><Relationship Id="rId1" Type="http://schemas.openxmlformats.org/officeDocument/2006/relationships/tags" Target="../tags/tag5.xml"/><Relationship Id="rId6" Type="http://schemas.openxmlformats.org/officeDocument/2006/relationships/image" Target="../media/image9.png"/><Relationship Id="rId11" Type="http://schemas.openxmlformats.org/officeDocument/2006/relationships/hyperlink" Target="http://www.twitter.com/capgemini" TargetMode="External"/><Relationship Id="rId5" Type="http://schemas.openxmlformats.org/officeDocument/2006/relationships/slideMaster" Target="../slideMasters/slideMaster1.xml"/><Relationship Id="rId15" Type="http://schemas.openxmlformats.org/officeDocument/2006/relationships/hyperlink" Target="http://www.facebook.com/capgemini" TargetMode="External"/><Relationship Id="rId10" Type="http://schemas.openxmlformats.org/officeDocument/2006/relationships/image" Target="../media/image5.png"/><Relationship Id="rId4" Type="http://schemas.openxmlformats.org/officeDocument/2006/relationships/tags" Target="../tags/tag8.xml"/><Relationship Id="rId9" Type="http://schemas.openxmlformats.org/officeDocument/2006/relationships/hyperlink" Target="http://www.slideshare.net/capgemini" TargetMode="External"/><Relationship Id="rId14" Type="http://schemas.openxmlformats.org/officeDocument/2006/relationships/image" Target="../media/image7.png"/></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rgbClr val="272936"/>
        </a:solidFill>
        <a:effectLst/>
      </p:bgPr>
    </p:bg>
    <p:spTree>
      <p:nvGrpSpPr>
        <p:cNvPr id="1" name=""/>
        <p:cNvGrpSpPr/>
        <p:nvPr/>
      </p:nvGrpSpPr>
      <p:grpSpPr>
        <a:xfrm>
          <a:off x="0" y="0"/>
          <a:ext cx="0" cy="0"/>
          <a:chOff x="0" y="0"/>
          <a:chExt cx="0" cy="0"/>
        </a:xfrm>
      </p:grpSpPr>
      <p:sp>
        <p:nvSpPr>
          <p:cNvPr id="4" name="Graphic 13">
            <a:extLst>
              <a:ext uri="{FF2B5EF4-FFF2-40B4-BE49-F238E27FC236}">
                <a16:creationId xmlns:a16="http://schemas.microsoft.com/office/drawing/2014/main" id="{BD887686-2F44-4416-6C8B-E9896A1B2813}"/>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anchor="ctr"/>
          <a:lstStyle/>
          <a:p>
            <a:pPr eaLnBrk="1" fontAlgn="auto" hangingPunct="1">
              <a:spcBef>
                <a:spcPts val="0"/>
              </a:spcBef>
              <a:spcAft>
                <a:spcPts val="0"/>
              </a:spcAft>
              <a:defRPr/>
            </a:pPr>
            <a:endParaRPr lang="de-DE">
              <a:latin typeface="+mn-lt"/>
            </a:endParaRPr>
          </a:p>
        </p:txBody>
      </p:sp>
      <p:pic>
        <p:nvPicPr>
          <p:cNvPr id="5" name="Image 5" descr="Une image contenant texte&#10;&#10;Description générée automatiquement">
            <a:extLst>
              <a:ext uri="{FF2B5EF4-FFF2-40B4-BE49-F238E27FC236}">
                <a16:creationId xmlns:a16="http://schemas.microsoft.com/office/drawing/2014/main" id="{12C3AE2D-AEE6-CEA3-11B5-2A70189FD3B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155113" y="260350"/>
            <a:ext cx="3024187" cy="1227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ubtitle"/>
          <p:cNvSpPr>
            <a:spLocks noGrp="1"/>
          </p:cNvSpPr>
          <p:nvPr>
            <p:ph type="subTitle" idx="1"/>
          </p:nvPr>
        </p:nvSpPr>
        <p:spPr>
          <a:xfrm>
            <a:off x="404813" y="4242574"/>
            <a:ext cx="11379200" cy="307777"/>
          </a:xfrm>
        </p:spPr>
        <p:txBody>
          <a:bodyPr lIns="3600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p:cNvSpPr>
            <a:spLocks noGrp="1"/>
          </p:cNvSpPr>
          <p:nvPr>
            <p:ph type="ctrTitle"/>
          </p:nvPr>
        </p:nvSpPr>
        <p:spPr>
          <a:xfrm>
            <a:off x="404813" y="2339007"/>
            <a:ext cx="11386134" cy="2031325"/>
          </a:xfrm>
        </p:spPr>
        <p:txBody>
          <a:bodyPr wrap="square" lIns="36000" rIns="36000"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17356099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rgbClr val="272936"/>
        </a:solidFill>
        <a:effectLst/>
      </p:bgPr>
    </p:bg>
    <p:spTree>
      <p:nvGrpSpPr>
        <p:cNvPr id="1" name=""/>
        <p:cNvGrpSpPr/>
        <p:nvPr/>
      </p:nvGrpSpPr>
      <p:grpSpPr>
        <a:xfrm>
          <a:off x="0" y="0"/>
          <a:ext cx="0" cy="0"/>
          <a:chOff x="0" y="0"/>
          <a:chExt cx="0" cy="0"/>
        </a:xfrm>
      </p:grpSpPr>
      <p:pic>
        <p:nvPicPr>
          <p:cNvPr id="4" name="Image 6" descr="Une image contenant texte&#10;&#10;Description générée automatiquement">
            <a:extLst>
              <a:ext uri="{FF2B5EF4-FFF2-40B4-BE49-F238E27FC236}">
                <a16:creationId xmlns:a16="http://schemas.microsoft.com/office/drawing/2014/main" id="{7B5B86D9-4293-24AA-633D-5CC2B03AF87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8425" y="260350"/>
            <a:ext cx="3024188" cy="1227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Picture Placeholder 9"/>
          <p:cNvSpPr>
            <a:spLocks noGrp="1"/>
          </p:cNvSpPr>
          <p:nvPr>
            <p:ph type="pic" sz="quarter" idx="10"/>
          </p:nvPr>
        </p:nvSpPr>
        <p:spPr>
          <a:xfrm>
            <a:off x="5303838" y="0"/>
            <a:ext cx="6888162" cy="6858000"/>
          </a:xfrm>
          <a:solidFill>
            <a:schemeClr val="bg2">
              <a:lumMod val="90000"/>
            </a:schemeClr>
          </a:solidFill>
        </p:spPr>
        <p:txBody>
          <a:bodyPr rtlCol="0">
            <a:normAutofit/>
          </a:bodyPr>
          <a:lstStyle>
            <a:lvl1pPr>
              <a:defRPr>
                <a:solidFill>
                  <a:schemeClr val="tx1">
                    <a:lumMod val="50000"/>
                    <a:lumOff val="50000"/>
                  </a:schemeClr>
                </a:solidFill>
              </a:defRPr>
            </a:lvl1pPr>
          </a:lstStyle>
          <a:p>
            <a:pPr lvl="0"/>
            <a:r>
              <a:rPr lang="en-US" noProof="0"/>
              <a:t>Click icon to add picture</a:t>
            </a:r>
            <a:endParaRPr lang="de-DE" noProof="0"/>
          </a:p>
        </p:txBody>
      </p:sp>
      <p:sp>
        <p:nvSpPr>
          <p:cNvPr id="3" name="Subtitle"/>
          <p:cNvSpPr>
            <a:spLocks noGrp="1"/>
          </p:cNvSpPr>
          <p:nvPr>
            <p:ph type="subTitle" idx="1"/>
          </p:nvPr>
        </p:nvSpPr>
        <p:spPr>
          <a:xfrm>
            <a:off x="404813" y="4561383"/>
            <a:ext cx="11386134" cy="307777"/>
          </a:xfrm>
        </p:spPr>
        <p:txBody>
          <a:bodyPr lIns="3600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p:cNvSpPr>
            <a:spLocks noGrp="1"/>
          </p:cNvSpPr>
          <p:nvPr>
            <p:ph type="ctrTitle"/>
          </p:nvPr>
        </p:nvSpPr>
        <p:spPr>
          <a:xfrm>
            <a:off x="404813" y="2293129"/>
            <a:ext cx="11386134" cy="2215991"/>
          </a:xfrm>
        </p:spPr>
        <p:txBody>
          <a:bodyPr wrap="square" lIns="36000" rIns="36000"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713918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rgbClr val="272936"/>
        </a:solidFill>
        <a:effectLst/>
      </p:bgPr>
    </p:bg>
    <p:spTree>
      <p:nvGrpSpPr>
        <p:cNvPr id="1" name=""/>
        <p:cNvGrpSpPr/>
        <p:nvPr/>
      </p:nvGrpSpPr>
      <p:grpSpPr>
        <a:xfrm>
          <a:off x="0" y="0"/>
          <a:ext cx="0" cy="0"/>
          <a:chOff x="0" y="0"/>
          <a:chExt cx="0" cy="0"/>
        </a:xfrm>
      </p:grpSpPr>
      <p:pic>
        <p:nvPicPr>
          <p:cNvPr id="4" name="Image 5" descr="Une image contenant texte&#10;&#10;Description générée automatiquement">
            <a:extLst>
              <a:ext uri="{FF2B5EF4-FFF2-40B4-BE49-F238E27FC236}">
                <a16:creationId xmlns:a16="http://schemas.microsoft.com/office/drawing/2014/main" id="{954EF9DD-84C2-DFA9-2A4E-1C7CA20DFC3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013825" y="246063"/>
            <a:ext cx="3078163" cy="124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Picture Placeholder 22"/>
          <p:cNvSpPr>
            <a:spLocks noGrp="1"/>
          </p:cNvSpPr>
          <p:nvPr>
            <p:ph type="pic" sz="quarter" idx="10"/>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rtlCol="0">
            <a:noAutofit/>
          </a:bodyPr>
          <a:lstStyle>
            <a:lvl1pPr>
              <a:defRPr>
                <a:solidFill>
                  <a:schemeClr val="tx1">
                    <a:lumMod val="50000"/>
                    <a:lumOff val="50000"/>
                  </a:schemeClr>
                </a:solidFill>
              </a:defRPr>
            </a:lvl1pPr>
          </a:lstStyle>
          <a:p>
            <a:pPr lvl="0"/>
            <a:r>
              <a:rPr lang="en-US" noProof="0"/>
              <a:t>Click icon to add picture</a:t>
            </a:r>
            <a:endParaRPr lang="de-DE" noProof="0"/>
          </a:p>
        </p:txBody>
      </p:sp>
      <p:sp>
        <p:nvSpPr>
          <p:cNvPr id="3" name="Subtitle"/>
          <p:cNvSpPr>
            <a:spLocks noGrp="1"/>
          </p:cNvSpPr>
          <p:nvPr>
            <p:ph type="subTitle" idx="1"/>
          </p:nvPr>
        </p:nvSpPr>
        <p:spPr>
          <a:xfrm>
            <a:off x="404813" y="4561383"/>
            <a:ext cx="11386134" cy="307777"/>
          </a:xfrm>
        </p:spPr>
        <p:txBody>
          <a:bodyPr lIns="3600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p:cNvSpPr>
            <a:spLocks noGrp="1"/>
          </p:cNvSpPr>
          <p:nvPr>
            <p:ph type="ctrTitle"/>
          </p:nvPr>
        </p:nvSpPr>
        <p:spPr>
          <a:xfrm>
            <a:off x="404813" y="2847127"/>
            <a:ext cx="11386134" cy="1661993"/>
          </a:xfrm>
        </p:spPr>
        <p:txBody>
          <a:bodyPr wrap="square" lIns="36000" rIns="36000"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552469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731458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573205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8920824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p:cNvSpPr>
            <a:spLocks noGrp="1"/>
          </p:cNvSpPr>
          <p:nvPr>
            <p:ph type="body" sz="quarter" idx="12"/>
          </p:nvPr>
        </p:nvSpPr>
        <p:spPr>
          <a:xfrm>
            <a:off x="404812" y="1327151"/>
            <a:ext cx="5600701" cy="743987"/>
          </a:xfrm>
          <a:prstGeom prst="rect">
            <a:avLst/>
          </a:prstGeom>
        </p:spPr>
        <p:txBody>
          <a:bodyPr anchor="ctr">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edit Master text styles</a:t>
            </a:r>
          </a:p>
        </p:txBody>
      </p:sp>
      <p:sp>
        <p:nvSpPr>
          <p:cNvPr id="14" name="Text Placeholder 7"/>
          <p:cNvSpPr>
            <a:spLocks noGrp="1"/>
          </p:cNvSpPr>
          <p:nvPr>
            <p:ph type="body" sz="quarter" idx="13"/>
          </p:nvPr>
        </p:nvSpPr>
        <p:spPr>
          <a:xfrm>
            <a:off x="6196013" y="1327151"/>
            <a:ext cx="5588001" cy="743987"/>
          </a:xfrm>
          <a:prstGeom prst="rect">
            <a:avLst/>
          </a:prstGeom>
        </p:spPr>
        <p:txBody>
          <a:bodyPr anchor="ctr">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edit Master text styles</a:t>
            </a:r>
          </a:p>
        </p:txBody>
      </p:sp>
      <p:sp>
        <p:nvSpPr>
          <p:cNvPr id="16" name="Text Placeholder 7"/>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454593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p:cNvSpPr>
            <a:spLocks noGrp="1"/>
          </p:cNvSpPr>
          <p:nvPr>
            <p:ph type="body" sz="quarter" idx="12"/>
          </p:nvPr>
        </p:nvSpPr>
        <p:spPr>
          <a:xfrm>
            <a:off x="404813" y="1327151"/>
            <a:ext cx="3456432" cy="837826"/>
          </a:xfrm>
          <a:prstGeom prst="rect">
            <a:avLst/>
          </a:prstGeom>
        </p:spPr>
        <p:txBody>
          <a:bodyPr rtlCol="0" anchor="ctr">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edit Master text styles</a:t>
            </a:r>
          </a:p>
        </p:txBody>
      </p:sp>
      <p:sp>
        <p:nvSpPr>
          <p:cNvPr id="9" name="Text Placeholder 7"/>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p:cNvSpPr>
            <a:spLocks noGrp="1"/>
          </p:cNvSpPr>
          <p:nvPr>
            <p:ph type="body" sz="quarter" idx="15"/>
          </p:nvPr>
        </p:nvSpPr>
        <p:spPr>
          <a:xfrm>
            <a:off x="4371047" y="1327151"/>
            <a:ext cx="3456432" cy="743987"/>
          </a:xfrm>
          <a:prstGeom prst="rect">
            <a:avLst/>
          </a:prstGeom>
        </p:spPr>
        <p:txBody>
          <a:bodyPr rtlCol="0" anchor="ctr">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edit Master text styles</a:t>
            </a:r>
          </a:p>
        </p:txBody>
      </p:sp>
      <p:sp>
        <p:nvSpPr>
          <p:cNvPr id="11" name="Text Placeholder 7"/>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p:cNvSpPr>
            <a:spLocks noGrp="1"/>
          </p:cNvSpPr>
          <p:nvPr>
            <p:ph type="body" sz="quarter" idx="17"/>
          </p:nvPr>
        </p:nvSpPr>
        <p:spPr>
          <a:xfrm>
            <a:off x="8330755" y="1327151"/>
            <a:ext cx="3456432" cy="743987"/>
          </a:xfrm>
          <a:prstGeom prst="rect">
            <a:avLst/>
          </a:prstGeom>
        </p:spPr>
        <p:txBody>
          <a:bodyPr rtlCol="0" anchor="ctr">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edit Master text styles</a:t>
            </a:r>
          </a:p>
        </p:txBody>
      </p:sp>
      <p:sp>
        <p:nvSpPr>
          <p:cNvPr id="5" name="Title 4"/>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167733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7827C3-F62C-3476-6008-27F62C55E3CE}"/>
              </a:ext>
            </a:extLst>
          </p:cNvPr>
          <p:cNvSpPr/>
          <p:nvPr userDrawn="1"/>
        </p:nvSpPr>
        <p:spPr>
          <a:xfrm>
            <a:off x="407988" y="2424113"/>
            <a:ext cx="3524250" cy="404653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pt-PT"/>
          </a:p>
        </p:txBody>
      </p:sp>
      <p:sp>
        <p:nvSpPr>
          <p:cNvPr id="4" name="Rectangle 3">
            <a:extLst>
              <a:ext uri="{FF2B5EF4-FFF2-40B4-BE49-F238E27FC236}">
                <a16:creationId xmlns:a16="http://schemas.microsoft.com/office/drawing/2014/main" id="{4F387E20-CBE2-0223-531F-DA5169D7555B}"/>
              </a:ext>
            </a:extLst>
          </p:cNvPr>
          <p:cNvSpPr/>
          <p:nvPr userDrawn="1"/>
        </p:nvSpPr>
        <p:spPr>
          <a:xfrm>
            <a:off x="4333875" y="2424113"/>
            <a:ext cx="3524250" cy="404653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pt-PT"/>
          </a:p>
        </p:txBody>
      </p:sp>
      <p:sp>
        <p:nvSpPr>
          <p:cNvPr id="5" name="Rectangle 4">
            <a:extLst>
              <a:ext uri="{FF2B5EF4-FFF2-40B4-BE49-F238E27FC236}">
                <a16:creationId xmlns:a16="http://schemas.microsoft.com/office/drawing/2014/main" id="{48997291-4561-196E-4586-48E25E108AB2}"/>
              </a:ext>
            </a:extLst>
          </p:cNvPr>
          <p:cNvSpPr/>
          <p:nvPr userDrawn="1"/>
        </p:nvSpPr>
        <p:spPr>
          <a:xfrm>
            <a:off x="8259763" y="2406650"/>
            <a:ext cx="3524250" cy="404653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pt-PT"/>
          </a:p>
        </p:txBody>
      </p:sp>
      <p:sp>
        <p:nvSpPr>
          <p:cNvPr id="16" name="Text Placeholder 4"/>
          <p:cNvSpPr>
            <a:spLocks noGrp="1"/>
          </p:cNvSpPr>
          <p:nvPr>
            <p:ph type="body" sz="quarter" idx="13"/>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edit Master text styles</a:t>
            </a:r>
          </a:p>
        </p:txBody>
      </p:sp>
      <p:sp>
        <p:nvSpPr>
          <p:cNvPr id="18" name="Text Placeholder 4"/>
          <p:cNvSpPr>
            <a:spLocks noGrp="1"/>
          </p:cNvSpPr>
          <p:nvPr>
            <p:ph type="body" sz="quarter" idx="33"/>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edit Master text styles</a:t>
            </a:r>
          </a:p>
        </p:txBody>
      </p:sp>
      <p:sp>
        <p:nvSpPr>
          <p:cNvPr id="19" name="Text Placeholder 4"/>
          <p:cNvSpPr>
            <a:spLocks noGrp="1"/>
          </p:cNvSpPr>
          <p:nvPr>
            <p:ph type="body" sz="quarter" idx="35"/>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edit Master text styles</a:t>
            </a:r>
          </a:p>
        </p:txBody>
      </p:sp>
      <p:sp>
        <p:nvSpPr>
          <p:cNvPr id="22" name="Text Placeholder 7"/>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6618265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87780605-960C-8ADF-C806-03706343B8BF}"/>
              </a:ext>
            </a:extLst>
          </p:cNvPr>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1" hidden="1">
                        <a:extLst>
                          <a:ext uri="{FF2B5EF4-FFF2-40B4-BE49-F238E27FC236}">
                            <a16:creationId xmlns:a16="http://schemas.microsoft.com/office/drawing/2014/main" id="{87780605-960C-8ADF-C806-03706343B8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Title 2"/>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1183857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rgbClr val="272936"/>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4FBBFDB-BDCF-0B88-B11C-ECC02B54E1BD}"/>
              </a:ext>
            </a:extLst>
          </p:cNvPr>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1" hidden="1">
                        <a:extLst>
                          <a:ext uri="{FF2B5EF4-FFF2-40B4-BE49-F238E27FC236}">
                            <a16:creationId xmlns:a16="http://schemas.microsoft.com/office/drawing/2014/main" id="{24FBBFDB-BDCF-0B88-B11C-ECC02B54E1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Espace réservé du texte 9"/>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4253484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A7165503-8BEA-CBAF-3CAB-EFABE0C7E7A5}"/>
              </a:ext>
            </a:extLst>
          </p:cNvPr>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1" hidden="1">
                        <a:extLst>
                          <a:ext uri="{FF2B5EF4-FFF2-40B4-BE49-F238E27FC236}">
                            <a16:creationId xmlns:a16="http://schemas.microsoft.com/office/drawing/2014/main" id="{A7165503-8BEA-CBAF-3CAB-EFABE0C7E7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Espace réservé du texte 8"/>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4504917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rgbClr val="272936"/>
        </a:solidFill>
        <a:effectLst/>
      </p:bgPr>
    </p:bg>
    <p:spTree>
      <p:nvGrpSpPr>
        <p:cNvPr id="1" name=""/>
        <p:cNvGrpSpPr/>
        <p:nvPr/>
      </p:nvGrpSpPr>
      <p:grpSpPr>
        <a:xfrm>
          <a:off x="0" y="0"/>
          <a:ext cx="0" cy="0"/>
          <a:chOff x="0" y="0"/>
          <a:chExt cx="0" cy="0"/>
        </a:xfrm>
      </p:grpSpPr>
      <p:sp>
        <p:nvSpPr>
          <p:cNvPr id="3" name="Subtitle"/>
          <p:cNvSpPr>
            <a:spLocks noGrp="1"/>
          </p:cNvSpPr>
          <p:nvPr>
            <p:ph type="subTitle" idx="1"/>
          </p:nvPr>
        </p:nvSpPr>
        <p:spPr>
          <a:xfrm>
            <a:off x="404813" y="3772800"/>
            <a:ext cx="11329987" cy="307777"/>
          </a:xfrm>
        </p:spPr>
        <p:txBody>
          <a:bodyPr>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p:cNvSpPr>
            <a:spLocks noGrp="1"/>
          </p:cNvSpPr>
          <p:nvPr>
            <p:ph type="ctrTitle"/>
          </p:nvPr>
        </p:nvSpPr>
        <p:spPr>
          <a:xfrm>
            <a:off x="404813" y="2264961"/>
            <a:ext cx="11329987" cy="1477328"/>
          </a:xfrm>
        </p:spPr>
        <p:txBody>
          <a:bodyPr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p:cNvSpPr>
            <a:spLocks noGrp="1"/>
          </p:cNvSpPr>
          <p:nvPr>
            <p:ph type="body" sz="quarter" idx="10"/>
          </p:nvPr>
        </p:nvSpPr>
        <p:spPr>
          <a:xfrm>
            <a:off x="404813" y="1825079"/>
            <a:ext cx="4611067" cy="307777"/>
          </a:xfrm>
        </p:spPr>
        <p:txBody>
          <a:bodyPr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en-US"/>
              <a:t>Click to edit Master text styles</a:t>
            </a:r>
          </a:p>
        </p:txBody>
      </p:sp>
    </p:spTree>
    <p:extLst>
      <p:ext uri="{BB962C8B-B14F-4D97-AF65-F5344CB8AC3E}">
        <p14:creationId xmlns:p14="http://schemas.microsoft.com/office/powerpoint/2010/main" val="8362170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rgbClr val="272936"/>
        </a:solidFill>
        <a:effectLst/>
      </p:bgPr>
    </p:bg>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rtlCol="0">
            <a:noAutofit/>
          </a:bodyPr>
          <a:lstStyle>
            <a:lvl1pPr>
              <a:defRPr>
                <a:solidFill>
                  <a:schemeClr val="bg2">
                    <a:lumMod val="50000"/>
                  </a:schemeClr>
                </a:solidFill>
              </a:defRPr>
            </a:lvl1pPr>
          </a:lstStyle>
          <a:p>
            <a:pPr lvl="0"/>
            <a:r>
              <a:rPr lang="en-US" noProof="0"/>
              <a:t>Click icon to add picture</a:t>
            </a:r>
            <a:endParaRPr lang="en-GB" noProof="0"/>
          </a:p>
        </p:txBody>
      </p:sp>
      <p:sp>
        <p:nvSpPr>
          <p:cNvPr id="2" name="Title 1"/>
          <p:cNvSpPr>
            <a:spLocks noGrp="1"/>
          </p:cNvSpPr>
          <p:nvPr>
            <p:ph type="title"/>
          </p:nvPr>
        </p:nvSpPr>
        <p:spPr>
          <a:xfrm>
            <a:off x="404813" y="1951673"/>
            <a:ext cx="4562475" cy="2954655"/>
          </a:xfrm>
        </p:spPr>
        <p:txBody>
          <a:bodyPr wrap="square" lIns="7200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277922039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1300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grpSp>
        <p:nvGrpSpPr>
          <p:cNvPr id="2" name="Group 37">
            <a:extLst>
              <a:ext uri="{FF2B5EF4-FFF2-40B4-BE49-F238E27FC236}">
                <a16:creationId xmlns:a16="http://schemas.microsoft.com/office/drawing/2014/main" id="{3D57076F-0CB2-1C4A-AE59-26C390BC41AE}"/>
              </a:ext>
            </a:extLst>
          </p:cNvPr>
          <p:cNvGrpSpPr/>
          <p:nvPr userDrawn="1"/>
        </p:nvGrpSpPr>
        <p:grpSpPr>
          <a:xfrm>
            <a:off x="11562864" y="207688"/>
            <a:ext cx="418487" cy="387209"/>
            <a:chOff x="5481638" y="2859088"/>
            <a:chExt cx="1231900" cy="1139825"/>
          </a:xfrm>
          <a:solidFill>
            <a:schemeClr val="bg1"/>
          </a:solidFill>
        </p:grpSpPr>
        <p:sp>
          <p:nvSpPr>
            <p:cNvPr id="3" name="Freeform 320">
              <a:extLst>
                <a:ext uri="{FF2B5EF4-FFF2-40B4-BE49-F238E27FC236}">
                  <a16:creationId xmlns:a16="http://schemas.microsoft.com/office/drawing/2014/main" id="{A61BF96B-DF23-860F-70C2-DB292C3B79C4}"/>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a:lstStyle/>
            <a:p>
              <a:pPr eaLnBrk="1" fontAlgn="auto" hangingPunct="1">
                <a:spcBef>
                  <a:spcPts val="0"/>
                </a:spcBef>
                <a:spcAft>
                  <a:spcPts val="0"/>
                </a:spcAft>
                <a:defRPr/>
              </a:pPr>
              <a:endParaRPr lang="en-US">
                <a:latin typeface="+mn-lt"/>
              </a:endParaRPr>
            </a:p>
          </p:txBody>
        </p:sp>
        <p:sp>
          <p:nvSpPr>
            <p:cNvPr id="4" name="Freeform 321">
              <a:extLst>
                <a:ext uri="{FF2B5EF4-FFF2-40B4-BE49-F238E27FC236}">
                  <a16:creationId xmlns:a16="http://schemas.microsoft.com/office/drawing/2014/main" id="{F928C484-CF2F-27CD-BB9B-9AD47E7E780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a:lstStyle/>
            <a:p>
              <a:pPr eaLnBrk="1" fontAlgn="auto" hangingPunct="1">
                <a:spcBef>
                  <a:spcPts val="0"/>
                </a:spcBef>
                <a:spcAft>
                  <a:spcPts val="0"/>
                </a:spcAft>
                <a:defRPr/>
              </a:pPr>
              <a:endParaRPr lang="en-US">
                <a:latin typeface="+mn-lt"/>
              </a:endParaRPr>
            </a:p>
          </p:txBody>
        </p:sp>
      </p:grpSp>
      <p:sp>
        <p:nvSpPr>
          <p:cNvPr id="14" name="Picture Placeholder 13"/>
          <p:cNvSpPr>
            <a:spLocks noGrp="1"/>
          </p:cNvSpPr>
          <p:nvPr>
            <p:ph type="pic" sz="quarter" idx="13"/>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rtlCol="0">
            <a:noAutofit/>
          </a:bodyPr>
          <a:lstStyle>
            <a:lvl1pPr>
              <a:defRPr>
                <a:solidFill>
                  <a:schemeClr val="bg2">
                    <a:lumMod val="50000"/>
                  </a:schemeClr>
                </a:solidFill>
              </a:defRPr>
            </a:lvl1pPr>
          </a:lstStyle>
          <a:p>
            <a:pPr lvl="0"/>
            <a:r>
              <a:rPr lang="en-US" noProof="0"/>
              <a:t>Click icon to add picture</a:t>
            </a:r>
            <a:endParaRPr lang="de-DE" noProof="0"/>
          </a:p>
        </p:txBody>
      </p:sp>
    </p:spTree>
    <p:extLst>
      <p:ext uri="{BB962C8B-B14F-4D97-AF65-F5344CB8AC3E}">
        <p14:creationId xmlns:p14="http://schemas.microsoft.com/office/powerpoint/2010/main" val="20240017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p:cNvSpPr>
            <a:spLocks noGrp="1"/>
          </p:cNvSpPr>
          <p:nvPr>
            <p:ph type="pic" sz="quarter" idx="13"/>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rtlCol="0">
            <a:noAutofit/>
          </a:bodyPr>
          <a:lstStyle>
            <a:lvl1pPr>
              <a:defRPr>
                <a:solidFill>
                  <a:schemeClr val="bg2">
                    <a:lumMod val="50000"/>
                  </a:schemeClr>
                </a:solidFill>
              </a:defRPr>
            </a:lvl1pPr>
          </a:lstStyle>
          <a:p>
            <a:pPr lvl="0"/>
            <a:r>
              <a:rPr lang="en-US" noProof="0"/>
              <a:t>Click icon to add picture</a:t>
            </a:r>
            <a:endParaRPr lang="de-DE" noProof="0"/>
          </a:p>
        </p:txBody>
      </p:sp>
    </p:spTree>
    <p:extLst>
      <p:ext uri="{BB962C8B-B14F-4D97-AF65-F5344CB8AC3E}">
        <p14:creationId xmlns:p14="http://schemas.microsoft.com/office/powerpoint/2010/main" val="22724860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2" name="Picture 2" descr="D:\My Work\Template\Icons\Social Media\LinkedIN.png">
            <a:hlinkClick r:id="rId2"/>
            <a:extLst>
              <a:ext uri="{FF2B5EF4-FFF2-40B4-BE49-F238E27FC236}">
                <a16:creationId xmlns:a16="http://schemas.microsoft.com/office/drawing/2014/main" id="{F3F8B01B-0608-103D-44A8-C1E0D99421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9625" y="4967288"/>
            <a:ext cx="3333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4" descr="D:\My Work\Template\Icons\Social Media\SlideShare.png">
            <a:hlinkClick r:id="rId4"/>
            <a:extLst>
              <a:ext uri="{FF2B5EF4-FFF2-40B4-BE49-F238E27FC236}">
                <a16:creationId xmlns:a16="http://schemas.microsoft.com/office/drawing/2014/main" id="{EBD66117-EDCB-FCB4-1FFD-946E414690C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93800" y="4967288"/>
            <a:ext cx="3333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5" descr="D:\My Work\Template\Icons\Social Media\Twitter.png">
            <a:hlinkClick r:id="rId6"/>
            <a:extLst>
              <a:ext uri="{FF2B5EF4-FFF2-40B4-BE49-F238E27FC236}">
                <a16:creationId xmlns:a16="http://schemas.microsoft.com/office/drawing/2014/main" id="{B0F2178F-FFCB-165C-BD1A-A3C528B433F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76388" y="4967288"/>
            <a:ext cx="3333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6" descr="D:\My Work\Template\Icons\Social Media\YouTube.png">
            <a:hlinkClick r:id="rId8"/>
            <a:extLst>
              <a:ext uri="{FF2B5EF4-FFF2-40B4-BE49-F238E27FC236}">
                <a16:creationId xmlns:a16="http://schemas.microsoft.com/office/drawing/2014/main" id="{E4EEA032-E562-4A82-7C43-4EAF33C8558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60563" y="4967288"/>
            <a:ext cx="3333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7" descr="D:\My Work\Template\Icons\Social Media\Facebook.png">
            <a:hlinkClick r:id="rId10"/>
            <a:extLst>
              <a:ext uri="{FF2B5EF4-FFF2-40B4-BE49-F238E27FC236}">
                <a16:creationId xmlns:a16="http://schemas.microsoft.com/office/drawing/2014/main" id="{7347504A-9685-7DD2-CCD4-0B5B0EE1288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7038" y="4967288"/>
            <a:ext cx="3333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9">
            <a:extLst>
              <a:ext uri="{FF2B5EF4-FFF2-40B4-BE49-F238E27FC236}">
                <a16:creationId xmlns:a16="http://schemas.microsoft.com/office/drawing/2014/main" id="{32C11503-FE60-1D2F-BBA7-866E9DF8AEAF}"/>
              </a:ext>
            </a:extLst>
          </p:cNvPr>
          <p:cNvSpPr>
            <a:spLocks noChangeArrowheads="1"/>
          </p:cNvSpPr>
          <p:nvPr/>
        </p:nvSpPr>
        <p:spPr bwMode="auto">
          <a:xfrm>
            <a:off x="427038" y="5810250"/>
            <a:ext cx="3292475" cy="400050"/>
          </a:xfrm>
          <a:prstGeom prst="rect">
            <a:avLst/>
          </a:prstGeom>
          <a:noFill/>
          <a:ln>
            <a:noFill/>
          </a:ln>
        </p:spPr>
        <p:txBody>
          <a:bodyPr lIns="0" tIns="0" rIns="0" bIns="0" anchor="b">
            <a:spAutoFit/>
          </a:bodyP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eaLnBrk="1" hangingPunct="1">
              <a:spcAft>
                <a:spcPts val="600"/>
              </a:spcAft>
              <a:defRPr/>
            </a:pPr>
            <a:r>
              <a:rPr lang="en-US" altLang="en-US" sz="700">
                <a:solidFill>
                  <a:schemeClr val="bg1"/>
                </a:solidFill>
                <a:cs typeface="Arial" panose="020B0604020202020204" pitchFamily="34" charset="0"/>
              </a:rPr>
              <a:t>This presentation contains information that may be privileged or confidential and is the property of the Capgemini Group.</a:t>
            </a:r>
          </a:p>
          <a:p>
            <a:pPr eaLnBrk="1" hangingPunct="1">
              <a:spcAft>
                <a:spcPts val="600"/>
              </a:spcAft>
              <a:defRPr/>
            </a:pPr>
            <a:r>
              <a:rPr lang="en-US" altLang="en-US" sz="700">
                <a:solidFill>
                  <a:schemeClr val="bg1"/>
                </a:solidFill>
                <a:cs typeface="Arial" panose="020B0604020202020204" pitchFamily="34" charset="0"/>
              </a:rPr>
              <a:t>Copyright © 2024 Capgemini. All rights reserved.</a:t>
            </a:r>
          </a:p>
        </p:txBody>
      </p:sp>
      <p:pic>
        <p:nvPicPr>
          <p:cNvPr id="8" name="Image 27">
            <a:extLst>
              <a:ext uri="{FF2B5EF4-FFF2-40B4-BE49-F238E27FC236}">
                <a16:creationId xmlns:a16="http://schemas.microsoft.com/office/drawing/2014/main" id="{9AB02516-9680-8D80-A2BC-7EF324F50D73}"/>
              </a:ext>
            </a:extLst>
          </p:cNvPr>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rot="1808368" flipV="1">
            <a:off x="3660775" y="-1184275"/>
            <a:ext cx="10604500" cy="7497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63278A51-A8A6-F9A6-9E7F-3098C47E238A}"/>
              </a:ext>
            </a:extLst>
          </p:cNvPr>
          <p:cNvSpPr/>
          <p:nvPr/>
        </p:nvSpPr>
        <p:spPr>
          <a:xfrm>
            <a:off x="6535738" y="3317875"/>
            <a:ext cx="4638675" cy="14938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lgn="just" eaLnBrk="1" fontAlgn="auto" hangingPunct="1">
              <a:spcBef>
                <a:spcPts val="0"/>
              </a:spcBef>
              <a:spcAft>
                <a:spcPts val="0"/>
              </a:spcAft>
              <a:defRPr/>
            </a:pPr>
            <a:r>
              <a:rPr lang="en-IN" sz="900">
                <a:solidFill>
                  <a:schemeClr val="bg1"/>
                </a:solidFill>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360,000 team members in more than 50 countries. With its strong 55-year heritage and deep industry expertise, Capgemini is trusted by its clients to address the entire breadth of their business needs, from strategy and design to operations, </a:t>
            </a:r>
            <a:r>
              <a:rPr lang="en-IN" sz="900" err="1">
                <a:solidFill>
                  <a:schemeClr val="bg1"/>
                </a:solidFill>
              </a:rPr>
              <a:t>fueled</a:t>
            </a:r>
            <a:r>
              <a:rPr lang="en-IN" sz="900">
                <a:solidFill>
                  <a:schemeClr val="bg1"/>
                </a:solidFill>
              </a:rPr>
              <a:t> by the fast evolving and innovative world of cloud, data, AI, connectivity, software, digital engineering and platforms. The Group reported in 2022 global revenues of €22 billion.</a:t>
            </a:r>
            <a:endParaRPr lang="en-US" sz="900">
              <a:solidFill>
                <a:schemeClr val="bg1"/>
              </a:solidFill>
            </a:endParaRPr>
          </a:p>
        </p:txBody>
      </p:sp>
      <p:sp>
        <p:nvSpPr>
          <p:cNvPr id="10" name="Rectangle 9">
            <a:extLst>
              <a:ext uri="{FF2B5EF4-FFF2-40B4-BE49-F238E27FC236}">
                <a16:creationId xmlns:a16="http://schemas.microsoft.com/office/drawing/2014/main" id="{7394DFC7-D1EC-AE84-B40F-74C9D2EEA792}"/>
              </a:ext>
            </a:extLst>
          </p:cNvPr>
          <p:cNvSpPr/>
          <p:nvPr/>
        </p:nvSpPr>
        <p:spPr>
          <a:xfrm>
            <a:off x="6535738" y="2938463"/>
            <a:ext cx="2220912" cy="2301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spAutoFit/>
          </a:bodyPr>
          <a:lstStyle/>
          <a:p>
            <a:pPr eaLnBrk="1" fontAlgn="auto" hangingPunct="1">
              <a:lnSpc>
                <a:spcPts val="2000"/>
              </a:lnSpc>
              <a:spcBef>
                <a:spcPts val="0"/>
              </a:spcBef>
              <a:spcAft>
                <a:spcPts val="0"/>
              </a:spcAft>
              <a:defRPr/>
            </a:pPr>
            <a:r>
              <a:rPr lang="en-US" sz="1400">
                <a:solidFill>
                  <a:schemeClr val="bg1"/>
                </a:solidFill>
              </a:rPr>
              <a:t>About Capgemini</a:t>
            </a:r>
          </a:p>
        </p:txBody>
      </p:sp>
      <p:sp>
        <p:nvSpPr>
          <p:cNvPr id="11" name="Rectangle 10">
            <a:extLst>
              <a:ext uri="{FF2B5EF4-FFF2-40B4-BE49-F238E27FC236}">
                <a16:creationId xmlns:a16="http://schemas.microsoft.com/office/drawing/2014/main" id="{9CF88E57-7299-1C43-BA70-45217C692B18}"/>
              </a:ext>
            </a:extLst>
          </p:cNvPr>
          <p:cNvSpPr/>
          <p:nvPr/>
        </p:nvSpPr>
        <p:spPr>
          <a:xfrm>
            <a:off x="6535738" y="4894263"/>
            <a:ext cx="4344987" cy="406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eaLnBrk="1" fontAlgn="auto" hangingPunct="1">
              <a:lnSpc>
                <a:spcPts val="1200"/>
              </a:lnSpc>
              <a:spcBef>
                <a:spcPts val="0"/>
              </a:spcBef>
              <a:spcAft>
                <a:spcPts val="0"/>
              </a:spcAft>
              <a:defRPr/>
            </a:pPr>
            <a:r>
              <a:rPr lang="en-GB" sz="900">
                <a:solidFill>
                  <a:schemeClr val="bg1"/>
                </a:solidFill>
              </a:rPr>
              <a:t>Get the Future You Want </a:t>
            </a:r>
            <a:r>
              <a:rPr lang="en-US" sz="900">
                <a:solidFill>
                  <a:schemeClr val="bg1"/>
                </a:solidFill>
              </a:rPr>
              <a:t>|</a:t>
            </a:r>
            <a:r>
              <a:rPr lang="en-GB" sz="900">
                <a:solidFill>
                  <a:schemeClr val="bg1"/>
                </a:solidFill>
              </a:rPr>
              <a:t> </a:t>
            </a:r>
            <a:r>
              <a:rPr lang="en-US" sz="1050">
                <a:solidFill>
                  <a:schemeClr val="accent2"/>
                </a:solidFill>
              </a:rPr>
              <a:t>www.capgemini.com</a:t>
            </a:r>
          </a:p>
        </p:txBody>
      </p:sp>
      <p:pic>
        <p:nvPicPr>
          <p:cNvPr id="12" name="Image 12" descr="Une image contenant texte&#10;&#10;Description générée automatiquement">
            <a:extLst>
              <a:ext uri="{FF2B5EF4-FFF2-40B4-BE49-F238E27FC236}">
                <a16:creationId xmlns:a16="http://schemas.microsoft.com/office/drawing/2014/main" id="{4BF4B29C-F84D-7D1E-CF76-59E492A4CBC1}"/>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4288" y="622300"/>
            <a:ext cx="3024187" cy="122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12350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2" name="Image 15">
            <a:extLst>
              <a:ext uri="{FF2B5EF4-FFF2-40B4-BE49-F238E27FC236}">
                <a16:creationId xmlns:a16="http://schemas.microsoft.com/office/drawing/2014/main" id="{70602E15-94A5-2AC5-C283-03F8A4841DC6}"/>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31800" y="1295400"/>
            <a:ext cx="9702800" cy="604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4">
            <a:extLst>
              <a:ext uri="{FF2B5EF4-FFF2-40B4-BE49-F238E27FC236}">
                <a16:creationId xmlns:a16="http://schemas.microsoft.com/office/drawing/2014/main" id="{89CAECFF-78FC-29A2-B62E-D4F66585BD11}"/>
              </a:ext>
            </a:extLst>
          </p:cNvPr>
          <p:cNvSpPr>
            <a:spLocks noChangeArrowheads="1"/>
          </p:cNvSpPr>
          <p:nvPr/>
        </p:nvSpPr>
        <p:spPr bwMode="auto">
          <a:xfrm>
            <a:off x="427038" y="5840413"/>
            <a:ext cx="3221037" cy="400050"/>
          </a:xfrm>
          <a:prstGeom prst="rect">
            <a:avLst/>
          </a:prstGeom>
          <a:noFill/>
          <a:ln>
            <a:noFill/>
          </a:ln>
        </p:spPr>
        <p:txBody>
          <a:bodyPr lIns="0" tIns="0" rIns="0" bIns="0" anchor="b">
            <a:spAutoFit/>
          </a:bodyP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eaLnBrk="1" hangingPunct="1">
              <a:spcAft>
                <a:spcPts val="600"/>
              </a:spcAft>
              <a:defRPr/>
            </a:pPr>
            <a:r>
              <a:rPr lang="en-US" altLang="en-US" sz="700">
                <a:solidFill>
                  <a:schemeClr val="bg1"/>
                </a:solidFill>
                <a:cs typeface="Arial" panose="020B0604020202020204" pitchFamily="34" charset="0"/>
              </a:rPr>
              <a:t>This presentation contains information that may be privileged or confidential and is the property of the Capgemini Group.</a:t>
            </a:r>
          </a:p>
          <a:p>
            <a:pPr eaLnBrk="1" hangingPunct="1">
              <a:spcAft>
                <a:spcPts val="600"/>
              </a:spcAft>
              <a:defRPr/>
            </a:pPr>
            <a:r>
              <a:rPr lang="en-US" altLang="en-US" sz="700">
                <a:solidFill>
                  <a:schemeClr val="bg1"/>
                </a:solidFill>
                <a:cs typeface="Arial" panose="020B0604020202020204" pitchFamily="34" charset="0"/>
              </a:rPr>
              <a:t>Copyright © 2024 Capgemini. All rights reserved.</a:t>
            </a:r>
          </a:p>
        </p:txBody>
      </p:sp>
      <p:pic>
        <p:nvPicPr>
          <p:cNvPr id="4" name="Picture 2" descr="D:\My Work\Template\Icons\Social Media\LinkedIN.png">
            <a:hlinkClick r:id="rId7"/>
            <a:extLst>
              <a:ext uri="{FF2B5EF4-FFF2-40B4-BE49-F238E27FC236}">
                <a16:creationId xmlns:a16="http://schemas.microsoft.com/office/drawing/2014/main" id="{BE1187CE-7489-48B2-C392-0F8CB3AD906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9625" y="5327650"/>
            <a:ext cx="3333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D:\My Work\Template\Icons\Social Media\SlideShare.png">
            <a:hlinkClick r:id="rId9"/>
            <a:extLst>
              <a:ext uri="{FF2B5EF4-FFF2-40B4-BE49-F238E27FC236}">
                <a16:creationId xmlns:a16="http://schemas.microsoft.com/office/drawing/2014/main" id="{AE8075BA-8AAE-7BB3-93B3-0EAAC64CCF4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93800" y="5327650"/>
            <a:ext cx="3333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D:\My Work\Template\Icons\Social Media\Twitter.png">
            <a:hlinkClick r:id="rId11"/>
            <a:extLst>
              <a:ext uri="{FF2B5EF4-FFF2-40B4-BE49-F238E27FC236}">
                <a16:creationId xmlns:a16="http://schemas.microsoft.com/office/drawing/2014/main" id="{4208E132-22D3-BB68-08E7-AD6EB2467CD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76388" y="5327650"/>
            <a:ext cx="3333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D:\My Work\Template\Icons\Social Media\YouTube.png">
            <a:hlinkClick r:id="rId13"/>
            <a:extLst>
              <a:ext uri="{FF2B5EF4-FFF2-40B4-BE49-F238E27FC236}">
                <a16:creationId xmlns:a16="http://schemas.microsoft.com/office/drawing/2014/main" id="{70B36A1B-0EFE-6EC2-6FAF-6EC0F1D3D9C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60563" y="5327650"/>
            <a:ext cx="3333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D:\My Work\Template\Icons\Social Media\Facebook.png">
            <a:hlinkClick r:id="rId15"/>
            <a:extLst>
              <a:ext uri="{FF2B5EF4-FFF2-40B4-BE49-F238E27FC236}">
                <a16:creationId xmlns:a16="http://schemas.microsoft.com/office/drawing/2014/main" id="{FD0C3ECD-BCEC-5216-A5C5-5696FA552054}"/>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27038" y="5327650"/>
            <a:ext cx="3333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7A6622D1-565F-732E-EE87-4FE271F07EEA}"/>
              </a:ext>
            </a:extLst>
          </p:cNvPr>
          <p:cNvSpPr/>
          <p:nvPr/>
        </p:nvSpPr>
        <p:spPr>
          <a:xfrm>
            <a:off x="427038" y="1447800"/>
            <a:ext cx="4962525" cy="13065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lgn="just" eaLnBrk="1" fontAlgn="auto" hangingPunct="1">
              <a:spcBef>
                <a:spcPts val="0"/>
              </a:spcBef>
              <a:spcAft>
                <a:spcPts val="0"/>
              </a:spcAft>
              <a:defRPr/>
            </a:pPr>
            <a:r>
              <a:rPr lang="en-IN" sz="900">
                <a:solidFill>
                  <a:schemeClr val="bg1"/>
                </a:solidFill>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360,000 team members in more than 50 countries. With its strong 55-year heritage and deep industry expertise, Capgemini is trusted by its clients to address the entire breadth of their business needs, from strategy and design to operations, </a:t>
            </a:r>
            <a:r>
              <a:rPr lang="en-IN" sz="900" err="1">
                <a:solidFill>
                  <a:schemeClr val="bg1"/>
                </a:solidFill>
              </a:rPr>
              <a:t>fueled</a:t>
            </a:r>
            <a:r>
              <a:rPr lang="en-IN" sz="900">
                <a:solidFill>
                  <a:schemeClr val="bg1"/>
                </a:solidFill>
              </a:rPr>
              <a:t> by the fast evolving and innovative world of cloud, data, AI, connectivity, software, digital engineering and platforms. The Group reported in 2022 global revenues of €22 billion.</a:t>
            </a:r>
            <a:endParaRPr lang="en-US" sz="900">
              <a:solidFill>
                <a:schemeClr val="bg1"/>
              </a:solidFill>
            </a:endParaRPr>
          </a:p>
        </p:txBody>
      </p:sp>
      <p:sp>
        <p:nvSpPr>
          <p:cNvPr id="10" name="Rectangle 9">
            <a:extLst>
              <a:ext uri="{FF2B5EF4-FFF2-40B4-BE49-F238E27FC236}">
                <a16:creationId xmlns:a16="http://schemas.microsoft.com/office/drawing/2014/main" id="{BD02DEE9-B57A-473C-FCA7-FD16FEEE8244}"/>
              </a:ext>
            </a:extLst>
          </p:cNvPr>
          <p:cNvSpPr/>
          <p:nvPr/>
        </p:nvSpPr>
        <p:spPr>
          <a:xfrm>
            <a:off x="427038" y="1074738"/>
            <a:ext cx="2219325"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spAutoFit/>
          </a:bodyPr>
          <a:lstStyle/>
          <a:p>
            <a:pPr eaLnBrk="1" fontAlgn="auto" hangingPunct="1">
              <a:lnSpc>
                <a:spcPts val="2000"/>
              </a:lnSpc>
              <a:spcBef>
                <a:spcPts val="0"/>
              </a:spcBef>
              <a:spcAft>
                <a:spcPts val="0"/>
              </a:spcAft>
              <a:defRPr/>
            </a:pPr>
            <a:r>
              <a:rPr lang="en-US" sz="1400">
                <a:solidFill>
                  <a:schemeClr val="bg1"/>
                </a:solidFill>
              </a:rPr>
              <a:t>About Capgemini</a:t>
            </a:r>
          </a:p>
        </p:txBody>
      </p:sp>
      <p:sp>
        <p:nvSpPr>
          <p:cNvPr id="11" name="Rectangle 17">
            <a:extLst>
              <a:ext uri="{FF2B5EF4-FFF2-40B4-BE49-F238E27FC236}">
                <a16:creationId xmlns:a16="http://schemas.microsoft.com/office/drawing/2014/main" id="{F6CF6BED-7EB4-5A36-D004-D6D9EFACE37C}"/>
              </a:ext>
            </a:extLst>
          </p:cNvPr>
          <p:cNvSpPr>
            <a:spLocks noChangeArrowheads="1"/>
          </p:cNvSpPr>
          <p:nvPr>
            <p:custDataLst>
              <p:tags r:id="rId1"/>
            </p:custDataLst>
          </p:nvPr>
        </p:nvSpPr>
        <p:spPr bwMode="auto">
          <a:xfrm>
            <a:off x="6324600" y="1111250"/>
            <a:ext cx="2239963" cy="1030288"/>
          </a:xfrm>
          <a:prstGeom prst="rect">
            <a:avLst/>
          </a:prstGeom>
          <a:noFill/>
          <a:ln>
            <a:noFill/>
          </a:ln>
        </p:spPr>
        <p:txBody>
          <a:bodyPr lIns="0" tIns="0" rIns="0" bIns="0">
            <a:spAutoFit/>
          </a:bodyP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eaLnBrk="1" hangingPunct="1">
              <a:spcAft>
                <a:spcPts val="600"/>
              </a:spcAft>
              <a:defRPr/>
            </a:pPr>
            <a:r>
              <a:rPr lang="en-US" altLang="en-US" sz="1200" b="1">
                <a:solidFill>
                  <a:schemeClr val="bg1"/>
                </a:solidFill>
                <a:cs typeface="Arial" panose="020B0604020202020204" pitchFamily="34" charset="0"/>
              </a:rPr>
              <a:t>Name, Last Name</a:t>
            </a:r>
          </a:p>
          <a:p>
            <a:pPr eaLnBrk="1" hangingPunct="1">
              <a:lnSpc>
                <a:spcPts val="1200"/>
              </a:lnSpc>
              <a:defRPr/>
            </a:pPr>
            <a:r>
              <a:rPr lang="en-US" altLang="en-US" sz="1000">
                <a:solidFill>
                  <a:schemeClr val="bg1"/>
                </a:solidFill>
                <a:cs typeface="Arial" panose="020B0604020202020204" pitchFamily="34" charset="0"/>
              </a:rPr>
              <a:t>Title/Role</a:t>
            </a:r>
          </a:p>
          <a:p>
            <a:pPr eaLnBrk="1" hangingPunct="1">
              <a:lnSpc>
                <a:spcPts val="1200"/>
              </a:lnSpc>
              <a:defRPr/>
            </a:pPr>
            <a:r>
              <a:rPr lang="en-US" altLang="en-US" sz="1000">
                <a:solidFill>
                  <a:schemeClr val="bg1"/>
                </a:solidFill>
                <a:cs typeface="Arial" panose="020B0604020202020204" pitchFamily="34" charset="0"/>
              </a:rPr>
              <a:t>Capgemini Office (Optional)</a:t>
            </a:r>
          </a:p>
          <a:p>
            <a:pPr eaLnBrk="1" hangingPunct="1">
              <a:lnSpc>
                <a:spcPts val="1200"/>
              </a:lnSpc>
              <a:defRPr/>
            </a:pPr>
            <a:r>
              <a:rPr lang="en-US" altLang="en-US" sz="1000">
                <a:solidFill>
                  <a:schemeClr val="bg1"/>
                </a:solidFill>
                <a:cs typeface="Arial" panose="020B0604020202020204" pitchFamily="34" charset="0"/>
              </a:rPr>
              <a:t>Address Line 1</a:t>
            </a:r>
          </a:p>
          <a:p>
            <a:pPr eaLnBrk="1" hangingPunct="1">
              <a:lnSpc>
                <a:spcPts val="1200"/>
              </a:lnSpc>
              <a:defRPr/>
            </a:pPr>
            <a:r>
              <a:rPr lang="en-US" altLang="en-US" sz="1000">
                <a:solidFill>
                  <a:schemeClr val="bg1"/>
                </a:solidFill>
                <a:cs typeface="Arial" panose="020B0604020202020204" pitchFamily="34" charset="0"/>
              </a:rPr>
              <a:t>Address Line 2 </a:t>
            </a:r>
          </a:p>
          <a:p>
            <a:pPr eaLnBrk="1" hangingPunct="1">
              <a:lnSpc>
                <a:spcPts val="1200"/>
              </a:lnSpc>
              <a:defRPr/>
            </a:pPr>
            <a:r>
              <a:rPr lang="en-US" altLang="en-US" sz="1000">
                <a:solidFill>
                  <a:schemeClr val="bg1"/>
                </a:solidFill>
                <a:cs typeface="Arial" panose="020B0604020202020204" pitchFamily="34" charset="0"/>
              </a:rPr>
              <a:t>Address Line 3</a:t>
            </a:r>
          </a:p>
        </p:txBody>
      </p:sp>
      <p:sp>
        <p:nvSpPr>
          <p:cNvPr id="12" name="Rectangle 18">
            <a:extLst>
              <a:ext uri="{FF2B5EF4-FFF2-40B4-BE49-F238E27FC236}">
                <a16:creationId xmlns:a16="http://schemas.microsoft.com/office/drawing/2014/main" id="{67FF3A63-144C-3736-1D01-4FF743CAA810}"/>
              </a:ext>
            </a:extLst>
          </p:cNvPr>
          <p:cNvSpPr>
            <a:spLocks noChangeArrowheads="1"/>
          </p:cNvSpPr>
          <p:nvPr>
            <p:custDataLst>
              <p:tags r:id="rId2"/>
            </p:custDataLst>
          </p:nvPr>
        </p:nvSpPr>
        <p:spPr bwMode="auto">
          <a:xfrm>
            <a:off x="9499600" y="1111250"/>
            <a:ext cx="2239963" cy="1030288"/>
          </a:xfrm>
          <a:prstGeom prst="rect">
            <a:avLst/>
          </a:prstGeom>
          <a:noFill/>
          <a:ln>
            <a:noFill/>
          </a:ln>
        </p:spPr>
        <p:txBody>
          <a:bodyPr lIns="0" tIns="0" rIns="0" bIns="0">
            <a:spAutoFit/>
          </a:bodyP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eaLnBrk="1" hangingPunct="1">
              <a:spcAft>
                <a:spcPts val="600"/>
              </a:spcAft>
              <a:defRPr/>
            </a:pPr>
            <a:r>
              <a:rPr lang="en-US" altLang="en-US" sz="1200" b="1">
                <a:solidFill>
                  <a:schemeClr val="bg1"/>
                </a:solidFill>
                <a:cs typeface="Arial" panose="020B0604020202020204" pitchFamily="34" charset="0"/>
              </a:rPr>
              <a:t>Name, Last Name</a:t>
            </a:r>
          </a:p>
          <a:p>
            <a:pPr eaLnBrk="1" hangingPunct="1">
              <a:lnSpc>
                <a:spcPts val="1200"/>
              </a:lnSpc>
              <a:defRPr/>
            </a:pPr>
            <a:r>
              <a:rPr lang="en-US" altLang="en-US" sz="1000">
                <a:solidFill>
                  <a:schemeClr val="bg1"/>
                </a:solidFill>
                <a:cs typeface="Arial" panose="020B0604020202020204" pitchFamily="34" charset="0"/>
              </a:rPr>
              <a:t>Title/Role</a:t>
            </a:r>
          </a:p>
          <a:p>
            <a:pPr eaLnBrk="1" hangingPunct="1">
              <a:lnSpc>
                <a:spcPts val="1200"/>
              </a:lnSpc>
              <a:defRPr/>
            </a:pPr>
            <a:r>
              <a:rPr lang="en-US" altLang="en-US" sz="1000">
                <a:solidFill>
                  <a:schemeClr val="bg1"/>
                </a:solidFill>
                <a:cs typeface="Arial" panose="020B0604020202020204" pitchFamily="34" charset="0"/>
              </a:rPr>
              <a:t>Capgemini Office (Optional)</a:t>
            </a:r>
          </a:p>
          <a:p>
            <a:pPr eaLnBrk="1" hangingPunct="1">
              <a:lnSpc>
                <a:spcPts val="1200"/>
              </a:lnSpc>
              <a:defRPr/>
            </a:pPr>
            <a:r>
              <a:rPr lang="en-US" altLang="en-US" sz="1000">
                <a:solidFill>
                  <a:schemeClr val="bg1"/>
                </a:solidFill>
                <a:cs typeface="Arial" panose="020B0604020202020204" pitchFamily="34" charset="0"/>
              </a:rPr>
              <a:t>Address Line 1</a:t>
            </a:r>
          </a:p>
          <a:p>
            <a:pPr eaLnBrk="1" hangingPunct="1">
              <a:lnSpc>
                <a:spcPts val="1200"/>
              </a:lnSpc>
              <a:defRPr/>
            </a:pPr>
            <a:r>
              <a:rPr lang="en-US" altLang="en-US" sz="1000">
                <a:solidFill>
                  <a:schemeClr val="bg1"/>
                </a:solidFill>
                <a:cs typeface="Arial" panose="020B0604020202020204" pitchFamily="34" charset="0"/>
              </a:rPr>
              <a:t>Address Line 2 </a:t>
            </a:r>
          </a:p>
          <a:p>
            <a:pPr eaLnBrk="1" hangingPunct="1">
              <a:lnSpc>
                <a:spcPts val="1200"/>
              </a:lnSpc>
              <a:defRPr/>
            </a:pPr>
            <a:r>
              <a:rPr lang="en-US" altLang="en-US" sz="1000">
                <a:solidFill>
                  <a:schemeClr val="bg1"/>
                </a:solidFill>
                <a:cs typeface="Arial" panose="020B0604020202020204" pitchFamily="34" charset="0"/>
              </a:rPr>
              <a:t>Address Line 3</a:t>
            </a:r>
          </a:p>
        </p:txBody>
      </p:sp>
      <p:sp>
        <p:nvSpPr>
          <p:cNvPr id="13" name="Rectangle 19">
            <a:extLst>
              <a:ext uri="{FF2B5EF4-FFF2-40B4-BE49-F238E27FC236}">
                <a16:creationId xmlns:a16="http://schemas.microsoft.com/office/drawing/2014/main" id="{622E4CCF-EDC3-96BA-4558-64AFE9BC2FA8}"/>
              </a:ext>
            </a:extLst>
          </p:cNvPr>
          <p:cNvSpPr>
            <a:spLocks noChangeArrowheads="1"/>
          </p:cNvSpPr>
          <p:nvPr>
            <p:custDataLst>
              <p:tags r:id="rId3"/>
            </p:custDataLst>
          </p:nvPr>
        </p:nvSpPr>
        <p:spPr bwMode="auto">
          <a:xfrm>
            <a:off x="6324600" y="2398713"/>
            <a:ext cx="2239963" cy="1030287"/>
          </a:xfrm>
          <a:prstGeom prst="rect">
            <a:avLst/>
          </a:prstGeom>
          <a:noFill/>
          <a:ln>
            <a:noFill/>
          </a:ln>
        </p:spPr>
        <p:txBody>
          <a:bodyPr lIns="0" tIns="0" rIns="0" bIns="0">
            <a:spAutoFit/>
          </a:bodyP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eaLnBrk="1" hangingPunct="1">
              <a:spcAft>
                <a:spcPts val="600"/>
              </a:spcAft>
              <a:defRPr/>
            </a:pPr>
            <a:r>
              <a:rPr lang="en-US" altLang="en-US" sz="1200" b="1">
                <a:solidFill>
                  <a:schemeClr val="bg1"/>
                </a:solidFill>
                <a:cs typeface="Arial" panose="020B0604020202020204" pitchFamily="34" charset="0"/>
              </a:rPr>
              <a:t>Name, Last Name</a:t>
            </a:r>
          </a:p>
          <a:p>
            <a:pPr eaLnBrk="1" hangingPunct="1">
              <a:lnSpc>
                <a:spcPts val="1200"/>
              </a:lnSpc>
              <a:defRPr/>
            </a:pPr>
            <a:r>
              <a:rPr lang="en-US" altLang="en-US" sz="1000">
                <a:solidFill>
                  <a:schemeClr val="bg1"/>
                </a:solidFill>
                <a:cs typeface="Arial" panose="020B0604020202020204" pitchFamily="34" charset="0"/>
              </a:rPr>
              <a:t>Title/Role</a:t>
            </a:r>
          </a:p>
          <a:p>
            <a:pPr eaLnBrk="1" hangingPunct="1">
              <a:lnSpc>
                <a:spcPts val="1200"/>
              </a:lnSpc>
              <a:defRPr/>
            </a:pPr>
            <a:r>
              <a:rPr lang="en-US" altLang="en-US" sz="1000">
                <a:solidFill>
                  <a:schemeClr val="bg1"/>
                </a:solidFill>
                <a:cs typeface="Arial" panose="020B0604020202020204" pitchFamily="34" charset="0"/>
              </a:rPr>
              <a:t>Capgemini Office (Optional)</a:t>
            </a:r>
          </a:p>
          <a:p>
            <a:pPr eaLnBrk="1" hangingPunct="1">
              <a:lnSpc>
                <a:spcPts val="1200"/>
              </a:lnSpc>
              <a:defRPr/>
            </a:pPr>
            <a:r>
              <a:rPr lang="en-US" altLang="en-US" sz="1000">
                <a:solidFill>
                  <a:schemeClr val="bg1"/>
                </a:solidFill>
                <a:cs typeface="Arial" panose="020B0604020202020204" pitchFamily="34" charset="0"/>
              </a:rPr>
              <a:t>Address Line 1</a:t>
            </a:r>
          </a:p>
          <a:p>
            <a:pPr eaLnBrk="1" hangingPunct="1">
              <a:lnSpc>
                <a:spcPts val="1200"/>
              </a:lnSpc>
              <a:defRPr/>
            </a:pPr>
            <a:r>
              <a:rPr lang="en-US" altLang="en-US" sz="1000">
                <a:solidFill>
                  <a:schemeClr val="bg1"/>
                </a:solidFill>
                <a:cs typeface="Arial" panose="020B0604020202020204" pitchFamily="34" charset="0"/>
              </a:rPr>
              <a:t>Address Line 2 </a:t>
            </a:r>
          </a:p>
          <a:p>
            <a:pPr eaLnBrk="1" hangingPunct="1">
              <a:lnSpc>
                <a:spcPts val="1200"/>
              </a:lnSpc>
              <a:defRPr/>
            </a:pPr>
            <a:r>
              <a:rPr lang="en-US" altLang="en-US" sz="1000">
                <a:solidFill>
                  <a:schemeClr val="bg1"/>
                </a:solidFill>
                <a:cs typeface="Arial" panose="020B0604020202020204" pitchFamily="34" charset="0"/>
              </a:rPr>
              <a:t>Address Line 3</a:t>
            </a:r>
          </a:p>
        </p:txBody>
      </p:sp>
      <p:sp>
        <p:nvSpPr>
          <p:cNvPr id="14" name="Rectangle 21">
            <a:extLst>
              <a:ext uri="{FF2B5EF4-FFF2-40B4-BE49-F238E27FC236}">
                <a16:creationId xmlns:a16="http://schemas.microsoft.com/office/drawing/2014/main" id="{451F4ADD-0D0C-EAB6-C310-E9BF9C582B3F}"/>
              </a:ext>
            </a:extLst>
          </p:cNvPr>
          <p:cNvSpPr>
            <a:spLocks noChangeArrowheads="1"/>
          </p:cNvSpPr>
          <p:nvPr>
            <p:custDataLst>
              <p:tags r:id="rId4"/>
            </p:custDataLst>
          </p:nvPr>
        </p:nvSpPr>
        <p:spPr bwMode="auto">
          <a:xfrm>
            <a:off x="9499600" y="2398713"/>
            <a:ext cx="2239963" cy="1030287"/>
          </a:xfrm>
          <a:prstGeom prst="rect">
            <a:avLst/>
          </a:prstGeom>
          <a:noFill/>
          <a:ln>
            <a:noFill/>
          </a:ln>
        </p:spPr>
        <p:txBody>
          <a:bodyPr lIns="0" tIns="0" rIns="0" bIns="0">
            <a:spAutoFit/>
          </a:bodyP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eaLnBrk="1" hangingPunct="1">
              <a:spcAft>
                <a:spcPts val="600"/>
              </a:spcAft>
              <a:defRPr/>
            </a:pPr>
            <a:r>
              <a:rPr lang="en-US" altLang="en-US" sz="1200" b="1">
                <a:solidFill>
                  <a:schemeClr val="bg1"/>
                </a:solidFill>
                <a:cs typeface="Arial" panose="020B0604020202020204" pitchFamily="34" charset="0"/>
              </a:rPr>
              <a:t>Name, Last Name</a:t>
            </a:r>
          </a:p>
          <a:p>
            <a:pPr eaLnBrk="1" hangingPunct="1">
              <a:lnSpc>
                <a:spcPts val="1200"/>
              </a:lnSpc>
              <a:defRPr/>
            </a:pPr>
            <a:r>
              <a:rPr lang="en-US" altLang="en-US" sz="1000">
                <a:solidFill>
                  <a:schemeClr val="bg1"/>
                </a:solidFill>
                <a:cs typeface="Arial" panose="020B0604020202020204" pitchFamily="34" charset="0"/>
              </a:rPr>
              <a:t>Title/Role</a:t>
            </a:r>
          </a:p>
          <a:p>
            <a:pPr eaLnBrk="1" hangingPunct="1">
              <a:lnSpc>
                <a:spcPts val="1200"/>
              </a:lnSpc>
              <a:defRPr/>
            </a:pPr>
            <a:r>
              <a:rPr lang="en-US" altLang="en-US" sz="1000">
                <a:solidFill>
                  <a:schemeClr val="bg1"/>
                </a:solidFill>
                <a:cs typeface="Arial" panose="020B0604020202020204" pitchFamily="34" charset="0"/>
              </a:rPr>
              <a:t>Capgemini Office (Optional)</a:t>
            </a:r>
          </a:p>
          <a:p>
            <a:pPr eaLnBrk="1" hangingPunct="1">
              <a:lnSpc>
                <a:spcPts val="1200"/>
              </a:lnSpc>
              <a:defRPr/>
            </a:pPr>
            <a:r>
              <a:rPr lang="en-US" altLang="en-US" sz="1000">
                <a:solidFill>
                  <a:schemeClr val="bg1"/>
                </a:solidFill>
                <a:cs typeface="Arial" panose="020B0604020202020204" pitchFamily="34" charset="0"/>
              </a:rPr>
              <a:t>Address Line 1</a:t>
            </a:r>
          </a:p>
          <a:p>
            <a:pPr eaLnBrk="1" hangingPunct="1">
              <a:lnSpc>
                <a:spcPts val="1200"/>
              </a:lnSpc>
              <a:defRPr/>
            </a:pPr>
            <a:r>
              <a:rPr lang="en-US" altLang="en-US" sz="1000">
                <a:solidFill>
                  <a:schemeClr val="bg1"/>
                </a:solidFill>
                <a:cs typeface="Arial" panose="020B0604020202020204" pitchFamily="34" charset="0"/>
              </a:rPr>
              <a:t>Address Line 2 </a:t>
            </a:r>
          </a:p>
          <a:p>
            <a:pPr eaLnBrk="1" hangingPunct="1">
              <a:lnSpc>
                <a:spcPts val="1200"/>
              </a:lnSpc>
              <a:defRPr/>
            </a:pPr>
            <a:r>
              <a:rPr lang="en-US" altLang="en-US" sz="1000">
                <a:solidFill>
                  <a:schemeClr val="bg1"/>
                </a:solidFill>
                <a:cs typeface="Arial" panose="020B0604020202020204" pitchFamily="34" charset="0"/>
              </a:rPr>
              <a:t>Address Line 3</a:t>
            </a:r>
          </a:p>
        </p:txBody>
      </p:sp>
      <p:cxnSp>
        <p:nvCxnSpPr>
          <p:cNvPr id="15" name="Straight Connector 14">
            <a:extLst>
              <a:ext uri="{FF2B5EF4-FFF2-40B4-BE49-F238E27FC236}">
                <a16:creationId xmlns:a16="http://schemas.microsoft.com/office/drawing/2014/main" id="{D2C2A4F4-FC04-1DB5-4F7C-55B05B356DC2}"/>
              </a:ext>
            </a:extLst>
          </p:cNvPr>
          <p:cNvCxnSpPr/>
          <p:nvPr/>
        </p:nvCxnSpPr>
        <p:spPr>
          <a:xfrm flipV="1">
            <a:off x="6096000" y="1114425"/>
            <a:ext cx="0" cy="2276475"/>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A124A089-CB97-0F05-CE36-28C50F4435BB}"/>
              </a:ext>
            </a:extLst>
          </p:cNvPr>
          <p:cNvSpPr/>
          <p:nvPr/>
        </p:nvSpPr>
        <p:spPr>
          <a:xfrm>
            <a:off x="427038" y="2805113"/>
            <a:ext cx="4344987" cy="4079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eaLnBrk="1" fontAlgn="auto" hangingPunct="1">
              <a:lnSpc>
                <a:spcPts val="1200"/>
              </a:lnSpc>
              <a:spcBef>
                <a:spcPts val="0"/>
              </a:spcBef>
              <a:spcAft>
                <a:spcPts val="0"/>
              </a:spcAft>
              <a:defRPr/>
            </a:pPr>
            <a:r>
              <a:rPr lang="en-GB" sz="900">
                <a:solidFill>
                  <a:schemeClr val="bg1"/>
                </a:solidFill>
              </a:rPr>
              <a:t>Get the Future You Want </a:t>
            </a:r>
            <a:r>
              <a:rPr lang="en-US" sz="900">
                <a:solidFill>
                  <a:schemeClr val="bg1"/>
                </a:solidFill>
              </a:rPr>
              <a:t>|</a:t>
            </a:r>
            <a:r>
              <a:rPr lang="en-GB" sz="900">
                <a:solidFill>
                  <a:schemeClr val="bg1"/>
                </a:solidFill>
              </a:rPr>
              <a:t> </a:t>
            </a:r>
            <a:r>
              <a:rPr lang="en-US" sz="1050">
                <a:solidFill>
                  <a:schemeClr val="accent2"/>
                </a:solidFill>
              </a:rPr>
              <a:t>www.capgemini.com</a:t>
            </a:r>
          </a:p>
        </p:txBody>
      </p:sp>
      <p:pic>
        <p:nvPicPr>
          <p:cNvPr id="17" name="Image 23" descr="Une image contenant texte&#10;&#10;Description générée automatiquement">
            <a:extLst>
              <a:ext uri="{FF2B5EF4-FFF2-40B4-BE49-F238E27FC236}">
                <a16:creationId xmlns:a16="http://schemas.microsoft.com/office/drawing/2014/main" id="{1DEDBE91-5FD9-DFC0-585F-2D25823D4B63}"/>
              </a:ext>
            </a:extLst>
          </p:cNvPr>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8764588" y="5376863"/>
            <a:ext cx="3024187" cy="122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01659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2" name="Image 2" descr="Une image contenant texte&#10;&#10;Description générée automatiquement">
            <a:extLst>
              <a:ext uri="{FF2B5EF4-FFF2-40B4-BE49-F238E27FC236}">
                <a16:creationId xmlns:a16="http://schemas.microsoft.com/office/drawing/2014/main" id="{F9966FAC-6C01-21F2-15F5-C288583228E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4288" y="622300"/>
            <a:ext cx="3024187" cy="122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21019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1026" name="Object 20" hidden="1">
            <a:extLst>
              <a:ext uri="{FF2B5EF4-FFF2-40B4-BE49-F238E27FC236}">
                <a16:creationId xmlns:a16="http://schemas.microsoft.com/office/drawing/2014/main" id="{0ECCD915-DAA3-05C1-3949-D00A4DFBAB39}"/>
              </a:ext>
            </a:extLst>
          </p:cNvPr>
          <p:cNvGraphicFramePr>
            <a:graphicFrameLocks noChangeAspect="1"/>
          </p:cNvGraphicFramePr>
          <p:nvPr>
            <p:custDataLst>
              <p:tags r:id="rId2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23" imgW="360" imgH="360" progId="TCLayout.ActiveDocument.1">
                  <p:embed/>
                </p:oleObj>
              </mc:Choice>
              <mc:Fallback>
                <p:oleObj name="think-cell Slide" r:id="rId23" imgW="360" imgH="360" progId="TCLayout.ActiveDocument.1">
                  <p:embed/>
                  <p:pic>
                    <p:nvPicPr>
                      <p:cNvPr id="1026" name="Object 20" hidden="1">
                        <a:extLst>
                          <a:ext uri="{FF2B5EF4-FFF2-40B4-BE49-F238E27FC236}">
                            <a16:creationId xmlns:a16="http://schemas.microsoft.com/office/drawing/2014/main" id="{0ECCD915-DAA3-05C1-3949-D00A4DFBAB39}"/>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7" name="Text Placeholder 1">
            <a:extLst>
              <a:ext uri="{FF2B5EF4-FFF2-40B4-BE49-F238E27FC236}">
                <a16:creationId xmlns:a16="http://schemas.microsoft.com/office/drawing/2014/main" id="{18C7D807-A668-9FDA-A859-F1D69A4C6C22}"/>
              </a:ext>
            </a:extLst>
          </p:cNvPr>
          <p:cNvSpPr>
            <a:spLocks noGrp="1" noChangeArrowheads="1"/>
          </p:cNvSpPr>
          <p:nvPr>
            <p:ph type="body" idx="1"/>
          </p:nvPr>
        </p:nvSpPr>
        <p:spPr bwMode="auto">
          <a:xfrm>
            <a:off x="404813" y="1327150"/>
            <a:ext cx="11377612" cy="513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fr-FR" altLang="en-US"/>
              <a:t>Cliquez pour modifier les styles du texte du masque</a:t>
            </a:r>
          </a:p>
          <a:p>
            <a:pPr lvl="1"/>
            <a:r>
              <a:rPr lang="fr-FR" altLang="en-US"/>
              <a:t>Deuxième niveau</a:t>
            </a:r>
          </a:p>
          <a:p>
            <a:pPr lvl="2"/>
            <a:r>
              <a:rPr lang="fr-FR" altLang="en-US"/>
              <a:t>Troisième niveau</a:t>
            </a:r>
          </a:p>
          <a:p>
            <a:pPr lvl="3"/>
            <a:r>
              <a:rPr lang="fr-FR" altLang="en-US"/>
              <a:t>Quatrième niveau</a:t>
            </a:r>
          </a:p>
          <a:p>
            <a:pPr lvl="4"/>
            <a:r>
              <a:rPr lang="fr-FR" altLang="en-US"/>
              <a:t>Cinquième niveau</a:t>
            </a:r>
            <a:endParaRPr lang="en-US" altLang="en-US"/>
          </a:p>
        </p:txBody>
      </p:sp>
      <p:sp>
        <p:nvSpPr>
          <p:cNvPr id="9" name="Title Placeholder 1">
            <a:extLst>
              <a:ext uri="{FF2B5EF4-FFF2-40B4-BE49-F238E27FC236}">
                <a16:creationId xmlns:a16="http://schemas.microsoft.com/office/drawing/2014/main" id="{D3F8DADA-00CD-944E-DECF-701D3A208B58}"/>
              </a:ext>
            </a:extLst>
          </p:cNvPr>
          <p:cNvSpPr>
            <a:spLocks noGrp="1"/>
          </p:cNvSpPr>
          <p:nvPr>
            <p:ph type="title"/>
          </p:nvPr>
        </p:nvSpPr>
        <p:spPr>
          <a:xfrm>
            <a:off x="404813" y="388938"/>
            <a:ext cx="10947400" cy="715962"/>
          </a:xfrm>
          <a:prstGeom prst="rect">
            <a:avLst/>
          </a:prstGeom>
        </p:spPr>
        <p:txBody>
          <a:bodyPr vert="horz" lIns="0" tIns="0" rIns="0" bIns="0" rtlCol="0" anchor="b">
            <a:noAutofit/>
          </a:bodyPr>
          <a:lstStyle/>
          <a:p>
            <a:pPr lvl="0"/>
            <a:r>
              <a:rPr lang="fr-FR"/>
              <a:t>CLICK TO INSERT TITLE</a:t>
            </a:r>
            <a:endParaRPr lang="en-US"/>
          </a:p>
        </p:txBody>
      </p:sp>
      <p:grpSp>
        <p:nvGrpSpPr>
          <p:cNvPr id="1029" name="Group 2">
            <a:extLst>
              <a:ext uri="{FF2B5EF4-FFF2-40B4-BE49-F238E27FC236}">
                <a16:creationId xmlns:a16="http://schemas.microsoft.com/office/drawing/2014/main" id="{6E917988-4A40-0126-08CE-181E6A142663}"/>
              </a:ext>
            </a:extLst>
          </p:cNvPr>
          <p:cNvGrpSpPr>
            <a:grpSpLocks/>
          </p:cNvGrpSpPr>
          <p:nvPr userDrawn="1"/>
        </p:nvGrpSpPr>
        <p:grpSpPr bwMode="auto">
          <a:xfrm>
            <a:off x="12295188" y="1588"/>
            <a:ext cx="360362" cy="2068512"/>
            <a:chOff x="12498114" y="115959"/>
            <a:chExt cx="360000" cy="2069166"/>
          </a:xfrm>
        </p:grpSpPr>
        <p:sp>
          <p:nvSpPr>
            <p:cNvPr id="11" name="Rectangle 10">
              <a:extLst>
                <a:ext uri="{FF2B5EF4-FFF2-40B4-BE49-F238E27FC236}">
                  <a16:creationId xmlns:a16="http://schemas.microsoft.com/office/drawing/2014/main" id="{95EA0888-8C15-1C3A-87B4-E7319271AC1E}"/>
                </a:ext>
              </a:extLst>
            </p:cNvPr>
            <p:cNvSpPr/>
            <p:nvPr/>
          </p:nvSpPr>
          <p:spPr>
            <a:xfrm>
              <a:off x="12498114" y="115959"/>
              <a:ext cx="360000" cy="406528"/>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lnSpc>
                  <a:spcPct val="90000"/>
                </a:lnSpc>
                <a:spcBef>
                  <a:spcPts val="0"/>
                </a:spcBef>
                <a:spcAft>
                  <a:spcPts val="0"/>
                </a:spcAft>
                <a:defRPr/>
              </a:pPr>
              <a:r>
                <a:rPr lang="en-GB" sz="700"/>
                <a:t>1</a:t>
              </a:r>
            </a:p>
            <a:p>
              <a:pPr algn="ctr" eaLnBrk="1" fontAlgn="auto" hangingPunct="1">
                <a:lnSpc>
                  <a:spcPct val="90000"/>
                </a:lnSpc>
                <a:spcBef>
                  <a:spcPts val="0"/>
                </a:spcBef>
                <a:spcAft>
                  <a:spcPts val="0"/>
                </a:spcAft>
                <a:defRPr/>
              </a:pPr>
              <a:r>
                <a:rPr lang="en-GB" sz="700"/>
                <a:t>112</a:t>
              </a:r>
            </a:p>
            <a:p>
              <a:pPr algn="ctr" eaLnBrk="1" fontAlgn="auto" hangingPunct="1">
                <a:lnSpc>
                  <a:spcPct val="90000"/>
                </a:lnSpc>
                <a:spcBef>
                  <a:spcPts val="0"/>
                </a:spcBef>
                <a:spcAft>
                  <a:spcPts val="0"/>
                </a:spcAft>
                <a:defRPr/>
              </a:pPr>
              <a:r>
                <a:rPr lang="en-GB" sz="700"/>
                <a:t>173</a:t>
              </a:r>
            </a:p>
          </p:txBody>
        </p:sp>
        <p:sp>
          <p:nvSpPr>
            <p:cNvPr id="12" name="Rectangle 11">
              <a:extLst>
                <a:ext uri="{FF2B5EF4-FFF2-40B4-BE49-F238E27FC236}">
                  <a16:creationId xmlns:a16="http://schemas.microsoft.com/office/drawing/2014/main" id="{C24C0F37-0D32-AECF-C0E7-71BF7D3ECB37}"/>
                </a:ext>
              </a:extLst>
            </p:cNvPr>
            <p:cNvSpPr/>
            <p:nvPr/>
          </p:nvSpPr>
          <p:spPr>
            <a:xfrm>
              <a:off x="12498114" y="533603"/>
              <a:ext cx="360000" cy="40652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lnSpc>
                  <a:spcPct val="90000"/>
                </a:lnSpc>
                <a:spcBef>
                  <a:spcPts val="0"/>
                </a:spcBef>
                <a:spcAft>
                  <a:spcPts val="0"/>
                </a:spcAft>
                <a:defRPr/>
              </a:pPr>
              <a:r>
                <a:rPr lang="en-GB" sz="700">
                  <a:solidFill>
                    <a:schemeClr val="tx1"/>
                  </a:solidFill>
                </a:rPr>
                <a:t>18</a:t>
              </a:r>
            </a:p>
            <a:p>
              <a:pPr algn="ctr" eaLnBrk="1" fontAlgn="auto" hangingPunct="1">
                <a:lnSpc>
                  <a:spcPct val="90000"/>
                </a:lnSpc>
                <a:spcBef>
                  <a:spcPts val="0"/>
                </a:spcBef>
                <a:spcAft>
                  <a:spcPts val="0"/>
                </a:spcAft>
                <a:defRPr/>
              </a:pPr>
              <a:r>
                <a:rPr lang="en-GB" sz="700">
                  <a:solidFill>
                    <a:schemeClr val="tx1"/>
                  </a:solidFill>
                </a:rPr>
                <a:t>171</a:t>
              </a:r>
            </a:p>
            <a:p>
              <a:pPr algn="ctr" eaLnBrk="1" fontAlgn="auto" hangingPunct="1">
                <a:lnSpc>
                  <a:spcPct val="90000"/>
                </a:lnSpc>
                <a:spcBef>
                  <a:spcPts val="0"/>
                </a:spcBef>
                <a:spcAft>
                  <a:spcPts val="0"/>
                </a:spcAft>
                <a:defRPr/>
              </a:pPr>
              <a:r>
                <a:rPr lang="en-GB" sz="700">
                  <a:solidFill>
                    <a:schemeClr val="tx1"/>
                  </a:solidFill>
                </a:rPr>
                <a:t>219</a:t>
              </a:r>
            </a:p>
          </p:txBody>
        </p:sp>
        <p:sp>
          <p:nvSpPr>
            <p:cNvPr id="13" name="Rectangle 12">
              <a:extLst>
                <a:ext uri="{FF2B5EF4-FFF2-40B4-BE49-F238E27FC236}">
                  <a16:creationId xmlns:a16="http://schemas.microsoft.com/office/drawing/2014/main" id="{349EF04C-AB26-3B29-0016-5C6D883541EB}"/>
                </a:ext>
              </a:extLst>
            </p:cNvPr>
            <p:cNvSpPr/>
            <p:nvPr/>
          </p:nvSpPr>
          <p:spPr>
            <a:xfrm>
              <a:off x="12498114" y="951248"/>
              <a:ext cx="360000" cy="406528"/>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lnSpc>
                  <a:spcPct val="90000"/>
                </a:lnSpc>
                <a:spcBef>
                  <a:spcPts val="0"/>
                </a:spcBef>
                <a:spcAft>
                  <a:spcPts val="0"/>
                </a:spcAft>
                <a:defRPr/>
              </a:pPr>
              <a:r>
                <a:rPr lang="en-GB" sz="700"/>
                <a:t>43</a:t>
              </a:r>
            </a:p>
            <a:p>
              <a:pPr algn="ctr" eaLnBrk="1" fontAlgn="auto" hangingPunct="1">
                <a:lnSpc>
                  <a:spcPct val="90000"/>
                </a:lnSpc>
                <a:spcBef>
                  <a:spcPts val="0"/>
                </a:spcBef>
                <a:spcAft>
                  <a:spcPts val="0"/>
                </a:spcAft>
                <a:defRPr/>
              </a:pPr>
              <a:r>
                <a:rPr lang="en-GB" sz="700"/>
                <a:t>10</a:t>
              </a:r>
            </a:p>
            <a:p>
              <a:pPr algn="ctr" eaLnBrk="1" fontAlgn="auto" hangingPunct="1">
                <a:lnSpc>
                  <a:spcPct val="90000"/>
                </a:lnSpc>
                <a:spcBef>
                  <a:spcPts val="0"/>
                </a:spcBef>
                <a:spcAft>
                  <a:spcPts val="0"/>
                </a:spcAft>
                <a:defRPr/>
              </a:pPr>
              <a:r>
                <a:rPr lang="en-GB" sz="700"/>
                <a:t>61</a:t>
              </a:r>
            </a:p>
          </p:txBody>
        </p:sp>
        <p:sp>
          <p:nvSpPr>
            <p:cNvPr id="14" name="Rectangle 13">
              <a:extLst>
                <a:ext uri="{FF2B5EF4-FFF2-40B4-BE49-F238E27FC236}">
                  <a16:creationId xmlns:a16="http://schemas.microsoft.com/office/drawing/2014/main" id="{7F300200-BEF8-4E33-1DF1-BC14DB301C19}"/>
                </a:ext>
              </a:extLst>
            </p:cNvPr>
            <p:cNvSpPr/>
            <p:nvPr/>
          </p:nvSpPr>
          <p:spPr>
            <a:xfrm>
              <a:off x="12498114" y="1364129"/>
              <a:ext cx="360000" cy="4065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lnSpc>
                  <a:spcPct val="90000"/>
                </a:lnSpc>
                <a:spcBef>
                  <a:spcPts val="0"/>
                </a:spcBef>
                <a:spcAft>
                  <a:spcPts val="0"/>
                </a:spcAft>
                <a:defRPr/>
              </a:pPr>
              <a:r>
                <a:rPr lang="en-GB" sz="700"/>
                <a:t>39</a:t>
              </a:r>
            </a:p>
            <a:p>
              <a:pPr algn="ctr" eaLnBrk="1" fontAlgn="auto" hangingPunct="1">
                <a:lnSpc>
                  <a:spcPct val="90000"/>
                </a:lnSpc>
                <a:spcBef>
                  <a:spcPts val="0"/>
                </a:spcBef>
                <a:spcAft>
                  <a:spcPts val="0"/>
                </a:spcAft>
                <a:defRPr/>
              </a:pPr>
              <a:r>
                <a:rPr lang="en-GB" sz="700"/>
                <a:t>41</a:t>
              </a:r>
            </a:p>
            <a:p>
              <a:pPr algn="ctr" eaLnBrk="1" fontAlgn="auto" hangingPunct="1">
                <a:lnSpc>
                  <a:spcPct val="90000"/>
                </a:lnSpc>
                <a:spcBef>
                  <a:spcPts val="0"/>
                </a:spcBef>
                <a:spcAft>
                  <a:spcPts val="0"/>
                </a:spcAft>
                <a:defRPr/>
              </a:pPr>
              <a:r>
                <a:rPr lang="en-GB" sz="700"/>
                <a:t>54</a:t>
              </a:r>
            </a:p>
          </p:txBody>
        </p:sp>
        <p:sp>
          <p:nvSpPr>
            <p:cNvPr id="63" name="Rectangle 62">
              <a:extLst>
                <a:ext uri="{FF2B5EF4-FFF2-40B4-BE49-F238E27FC236}">
                  <a16:creationId xmlns:a16="http://schemas.microsoft.com/office/drawing/2014/main" id="{841D441F-33DB-E9EC-0B6B-11B4121D6B06}"/>
                </a:ext>
              </a:extLst>
            </p:cNvPr>
            <p:cNvSpPr/>
            <p:nvPr/>
          </p:nvSpPr>
          <p:spPr>
            <a:xfrm>
              <a:off x="12498114" y="1778597"/>
              <a:ext cx="360000" cy="406528"/>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lnSpc>
                  <a:spcPct val="90000"/>
                </a:lnSpc>
                <a:spcBef>
                  <a:spcPts val="0"/>
                </a:spcBef>
                <a:spcAft>
                  <a:spcPts val="0"/>
                </a:spcAft>
                <a:defRPr/>
              </a:pPr>
              <a:r>
                <a:rPr lang="en-GB" sz="700">
                  <a:solidFill>
                    <a:schemeClr val="tx1"/>
                  </a:solidFill>
                </a:rPr>
                <a:t>236</a:t>
              </a:r>
            </a:p>
            <a:p>
              <a:pPr algn="ctr" eaLnBrk="1" fontAlgn="auto" hangingPunct="1">
                <a:lnSpc>
                  <a:spcPct val="90000"/>
                </a:lnSpc>
                <a:spcBef>
                  <a:spcPts val="0"/>
                </a:spcBef>
                <a:spcAft>
                  <a:spcPts val="0"/>
                </a:spcAft>
                <a:defRPr/>
              </a:pPr>
              <a:r>
                <a:rPr lang="en-GB" sz="700">
                  <a:solidFill>
                    <a:schemeClr val="tx1"/>
                  </a:solidFill>
                </a:rPr>
                <a:t>236</a:t>
              </a:r>
            </a:p>
            <a:p>
              <a:pPr algn="ctr" eaLnBrk="1" fontAlgn="auto" hangingPunct="1">
                <a:lnSpc>
                  <a:spcPct val="90000"/>
                </a:lnSpc>
                <a:spcBef>
                  <a:spcPts val="0"/>
                </a:spcBef>
                <a:spcAft>
                  <a:spcPts val="0"/>
                </a:spcAft>
                <a:defRPr/>
              </a:pPr>
              <a:r>
                <a:rPr lang="en-GB" sz="700">
                  <a:solidFill>
                    <a:schemeClr val="tx1"/>
                  </a:solidFill>
                </a:rPr>
                <a:t>236</a:t>
              </a:r>
            </a:p>
          </p:txBody>
        </p:sp>
      </p:grpSp>
      <p:grpSp>
        <p:nvGrpSpPr>
          <p:cNvPr id="1030" name="Groupe 4095">
            <a:extLst>
              <a:ext uri="{FF2B5EF4-FFF2-40B4-BE49-F238E27FC236}">
                <a16:creationId xmlns:a16="http://schemas.microsoft.com/office/drawing/2014/main" id="{564AD92B-36ED-37F5-873A-B4FB60D4EC83}"/>
              </a:ext>
            </a:extLst>
          </p:cNvPr>
          <p:cNvGrpSpPr>
            <a:grpSpLocks/>
          </p:cNvGrpSpPr>
          <p:nvPr/>
        </p:nvGrpSpPr>
        <p:grpSpPr bwMode="auto">
          <a:xfrm>
            <a:off x="12295188" y="4289425"/>
            <a:ext cx="1463675" cy="2058988"/>
            <a:chOff x="12432704" y="1992581"/>
            <a:chExt cx="1462993" cy="2058800"/>
          </a:xfrm>
        </p:grpSpPr>
        <p:sp>
          <p:nvSpPr>
            <p:cNvPr id="1059" name="Forme libre : forme 40">
              <a:extLst>
                <a:ext uri="{FF2B5EF4-FFF2-40B4-BE49-F238E27FC236}">
                  <a16:creationId xmlns:a16="http://schemas.microsoft.com/office/drawing/2014/main" id="{93E719D1-1C79-F246-2915-8036362C70F2}"/>
                </a:ext>
              </a:extLst>
            </p:cNvPr>
            <p:cNvSpPr>
              <a:spLocks/>
            </p:cNvSpPr>
            <p:nvPr/>
          </p:nvSpPr>
          <p:spPr bwMode="auto">
            <a:xfrm>
              <a:off x="12800832" y="3645018"/>
              <a:ext cx="360194" cy="406363"/>
            </a:xfrm>
            <a:custGeom>
              <a:avLst/>
              <a:gdLst>
                <a:gd name="T0" fmla="*/ 0 w 1111406"/>
                <a:gd name="T1" fmla="*/ 0 h 776645"/>
                <a:gd name="T2" fmla="*/ 360000 w 1111406"/>
                <a:gd name="T3" fmla="*/ 0 h 776645"/>
                <a:gd name="T4" fmla="*/ 360000 w 1111406"/>
                <a:gd name="T5" fmla="*/ 406801 h 776645"/>
                <a:gd name="T6" fmla="*/ 0 w 1111406"/>
                <a:gd name="T7" fmla="*/ 406801 h 776645"/>
                <a:gd name="T8" fmla="*/ 0 60000 65536"/>
                <a:gd name="T9" fmla="*/ 0 60000 65536"/>
                <a:gd name="T10" fmla="*/ 0 60000 65536"/>
                <a:gd name="T11" fmla="*/ 0 60000 65536"/>
                <a:gd name="T12" fmla="*/ 0 w 1111406"/>
                <a:gd name="T13" fmla="*/ 0 h 776645"/>
                <a:gd name="T14" fmla="*/ 1111406 w 1111406"/>
                <a:gd name="T15" fmla="*/ 776645 h 776645"/>
              </a:gdLst>
              <a:ahLst/>
              <a:cxnLst>
                <a:cxn ang="T8">
                  <a:pos x="T0" y="T1"/>
                </a:cxn>
                <a:cxn ang="T9">
                  <a:pos x="T2" y="T3"/>
                </a:cxn>
                <a:cxn ang="T10">
                  <a:pos x="T4" y="T5"/>
                </a:cxn>
                <a:cxn ang="T11">
                  <a:pos x="T6" y="T7"/>
                </a:cxn>
              </a:cxnLst>
              <a:rect l="T12" t="T13" r="T14" b="T15"/>
              <a:pathLst>
                <a:path w="1111406" h="776645">
                  <a:moveTo>
                    <a:pt x="0" y="0"/>
                  </a:moveTo>
                  <a:lnTo>
                    <a:pt x="1111407" y="0"/>
                  </a:lnTo>
                  <a:lnTo>
                    <a:pt x="1111407" y="776646"/>
                  </a:lnTo>
                  <a:lnTo>
                    <a:pt x="0" y="776646"/>
                  </a:lnTo>
                  <a:lnTo>
                    <a:pt x="0" y="0"/>
                  </a:lnTo>
                  <a:close/>
                </a:path>
              </a:pathLst>
            </a:custGeom>
            <a:solidFill>
              <a:srgbClr val="FF8E12"/>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t>255</a:t>
              </a:r>
            </a:p>
            <a:p>
              <a:pPr algn="ctr" eaLnBrk="1" hangingPunct="1">
                <a:lnSpc>
                  <a:spcPct val="90000"/>
                </a:lnSpc>
                <a:defRPr/>
              </a:pPr>
              <a:r>
                <a:rPr lang="en-US" altLang="en-US" sz="700"/>
                <a:t>142</a:t>
              </a:r>
            </a:p>
            <a:p>
              <a:pPr algn="ctr" eaLnBrk="1" hangingPunct="1">
                <a:lnSpc>
                  <a:spcPct val="90000"/>
                </a:lnSpc>
                <a:defRPr/>
              </a:pPr>
              <a:r>
                <a:rPr lang="en-US" altLang="en-US" sz="700"/>
                <a:t>18</a:t>
              </a:r>
            </a:p>
          </p:txBody>
        </p:sp>
        <p:sp>
          <p:nvSpPr>
            <p:cNvPr id="1060" name="Forme libre : forme 41">
              <a:extLst>
                <a:ext uri="{FF2B5EF4-FFF2-40B4-BE49-F238E27FC236}">
                  <a16:creationId xmlns:a16="http://schemas.microsoft.com/office/drawing/2014/main" id="{47D0BB92-A65D-4FF7-A35D-25A9E972D7FD}"/>
                </a:ext>
              </a:extLst>
            </p:cNvPr>
            <p:cNvSpPr>
              <a:spLocks/>
            </p:cNvSpPr>
            <p:nvPr/>
          </p:nvSpPr>
          <p:spPr bwMode="auto">
            <a:xfrm>
              <a:off x="12800832" y="3232306"/>
              <a:ext cx="360194" cy="406363"/>
            </a:xfrm>
            <a:custGeom>
              <a:avLst/>
              <a:gdLst>
                <a:gd name="T0" fmla="*/ 0 w 1111406"/>
                <a:gd name="T1" fmla="*/ 0 h 776645"/>
                <a:gd name="T2" fmla="*/ 360000 w 1111406"/>
                <a:gd name="T3" fmla="*/ 0 h 776645"/>
                <a:gd name="T4" fmla="*/ 360000 w 1111406"/>
                <a:gd name="T5" fmla="*/ 406801 h 776645"/>
                <a:gd name="T6" fmla="*/ 0 w 1111406"/>
                <a:gd name="T7" fmla="*/ 406801 h 776645"/>
                <a:gd name="T8" fmla="*/ 0 60000 65536"/>
                <a:gd name="T9" fmla="*/ 0 60000 65536"/>
                <a:gd name="T10" fmla="*/ 0 60000 65536"/>
                <a:gd name="T11" fmla="*/ 0 60000 65536"/>
                <a:gd name="T12" fmla="*/ 0 w 1111406"/>
                <a:gd name="T13" fmla="*/ 0 h 776645"/>
                <a:gd name="T14" fmla="*/ 1111406 w 1111406"/>
                <a:gd name="T15" fmla="*/ 776645 h 776645"/>
              </a:gdLst>
              <a:ahLst/>
              <a:cxnLst>
                <a:cxn ang="T8">
                  <a:pos x="T0" y="T1"/>
                </a:cxn>
                <a:cxn ang="T9">
                  <a:pos x="T2" y="T3"/>
                </a:cxn>
                <a:cxn ang="T10">
                  <a:pos x="T4" y="T5"/>
                </a:cxn>
                <a:cxn ang="T11">
                  <a:pos x="T6" y="T7"/>
                </a:cxn>
              </a:cxnLst>
              <a:rect l="T12" t="T13" r="T14" b="T15"/>
              <a:pathLst>
                <a:path w="1111406" h="776645">
                  <a:moveTo>
                    <a:pt x="0" y="0"/>
                  </a:moveTo>
                  <a:lnTo>
                    <a:pt x="1111407" y="0"/>
                  </a:lnTo>
                  <a:lnTo>
                    <a:pt x="1111407" y="776646"/>
                  </a:lnTo>
                  <a:lnTo>
                    <a:pt x="0" y="776646"/>
                  </a:lnTo>
                  <a:lnTo>
                    <a:pt x="0" y="0"/>
                  </a:lnTo>
                  <a:close/>
                </a:path>
              </a:pathLst>
            </a:custGeom>
            <a:solidFill>
              <a:srgbClr val="FF9C29"/>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t>255</a:t>
              </a:r>
            </a:p>
            <a:p>
              <a:pPr algn="ctr" eaLnBrk="1" hangingPunct="1">
                <a:lnSpc>
                  <a:spcPct val="90000"/>
                </a:lnSpc>
                <a:defRPr/>
              </a:pPr>
              <a:r>
                <a:rPr lang="en-US" altLang="en-US" sz="700"/>
                <a:t>156</a:t>
              </a:r>
            </a:p>
            <a:p>
              <a:pPr algn="ctr" eaLnBrk="1" hangingPunct="1">
                <a:lnSpc>
                  <a:spcPct val="90000"/>
                </a:lnSpc>
                <a:defRPr/>
              </a:pPr>
              <a:r>
                <a:rPr lang="en-US" altLang="en-US" sz="700"/>
                <a:t>41</a:t>
              </a:r>
            </a:p>
          </p:txBody>
        </p:sp>
        <p:sp>
          <p:nvSpPr>
            <p:cNvPr id="1061" name="Forme libre : forme 42">
              <a:extLst>
                <a:ext uri="{FF2B5EF4-FFF2-40B4-BE49-F238E27FC236}">
                  <a16:creationId xmlns:a16="http://schemas.microsoft.com/office/drawing/2014/main" id="{8155CD7E-AB7B-9D7A-AB52-55E0E7BE8146}"/>
                </a:ext>
              </a:extLst>
            </p:cNvPr>
            <p:cNvSpPr>
              <a:spLocks/>
            </p:cNvSpPr>
            <p:nvPr/>
          </p:nvSpPr>
          <p:spPr bwMode="auto">
            <a:xfrm>
              <a:off x="12800832" y="2818006"/>
              <a:ext cx="360194" cy="407951"/>
            </a:xfrm>
            <a:custGeom>
              <a:avLst/>
              <a:gdLst>
                <a:gd name="T0" fmla="*/ 0 w 1111406"/>
                <a:gd name="T1" fmla="*/ 0 h 1111407"/>
                <a:gd name="T2" fmla="*/ 360000 w 1111406"/>
                <a:gd name="T3" fmla="*/ 0 h 1111407"/>
                <a:gd name="T4" fmla="*/ 360000 w 1111406"/>
                <a:gd name="T5" fmla="*/ 406800 h 1111407"/>
                <a:gd name="T6" fmla="*/ 0 w 1111406"/>
                <a:gd name="T7" fmla="*/ 406800 h 1111407"/>
                <a:gd name="T8" fmla="*/ 0 60000 65536"/>
                <a:gd name="T9" fmla="*/ 0 60000 65536"/>
                <a:gd name="T10" fmla="*/ 0 60000 65536"/>
                <a:gd name="T11" fmla="*/ 0 60000 65536"/>
                <a:gd name="T12" fmla="*/ 0 w 1111406"/>
                <a:gd name="T13" fmla="*/ 0 h 1111407"/>
                <a:gd name="T14" fmla="*/ 1111406 w 1111406"/>
                <a:gd name="T15" fmla="*/ 1111407 h 1111407"/>
              </a:gdLst>
              <a:ahLst/>
              <a:cxnLst>
                <a:cxn ang="T8">
                  <a:pos x="T0" y="T1"/>
                </a:cxn>
                <a:cxn ang="T9">
                  <a:pos x="T2" y="T3"/>
                </a:cxn>
                <a:cxn ang="T10">
                  <a:pos x="T4" y="T5"/>
                </a:cxn>
                <a:cxn ang="T11">
                  <a:pos x="T6" y="T7"/>
                </a:cxn>
              </a:cxnLst>
              <a:rect l="T12" t="T13" r="T14" b="T15"/>
              <a:pathLst>
                <a:path w="1111406" h="1111407">
                  <a:moveTo>
                    <a:pt x="0" y="0"/>
                  </a:moveTo>
                  <a:lnTo>
                    <a:pt x="1111407" y="0"/>
                  </a:lnTo>
                  <a:lnTo>
                    <a:pt x="1111407" y="1111407"/>
                  </a:lnTo>
                  <a:lnTo>
                    <a:pt x="0" y="1111407"/>
                  </a:lnTo>
                  <a:lnTo>
                    <a:pt x="0" y="0"/>
                  </a:lnTo>
                  <a:close/>
                </a:path>
              </a:pathLst>
            </a:custGeom>
            <a:solidFill>
              <a:srgbClr val="FFB24A"/>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t>255</a:t>
              </a:r>
            </a:p>
            <a:p>
              <a:pPr algn="ctr" eaLnBrk="1" hangingPunct="1">
                <a:lnSpc>
                  <a:spcPct val="90000"/>
                </a:lnSpc>
                <a:defRPr/>
              </a:pPr>
              <a:r>
                <a:rPr lang="en-US" altLang="en-US" sz="700"/>
                <a:t>178</a:t>
              </a:r>
            </a:p>
            <a:p>
              <a:pPr algn="ctr" eaLnBrk="1" hangingPunct="1">
                <a:lnSpc>
                  <a:spcPct val="90000"/>
                </a:lnSpc>
                <a:defRPr/>
              </a:pPr>
              <a:r>
                <a:rPr lang="en-US" altLang="en-US" sz="700"/>
                <a:t>74</a:t>
              </a:r>
            </a:p>
          </p:txBody>
        </p:sp>
        <p:sp>
          <p:nvSpPr>
            <p:cNvPr id="1062" name="Forme libre : forme 43">
              <a:extLst>
                <a:ext uri="{FF2B5EF4-FFF2-40B4-BE49-F238E27FC236}">
                  <a16:creationId xmlns:a16="http://schemas.microsoft.com/office/drawing/2014/main" id="{BEA0D103-2291-47F1-7D39-5859B95FC051}"/>
                </a:ext>
              </a:extLst>
            </p:cNvPr>
            <p:cNvSpPr>
              <a:spLocks/>
            </p:cNvSpPr>
            <p:nvPr/>
          </p:nvSpPr>
          <p:spPr bwMode="auto">
            <a:xfrm>
              <a:off x="12800832" y="2405293"/>
              <a:ext cx="360194" cy="406363"/>
            </a:xfrm>
            <a:custGeom>
              <a:avLst/>
              <a:gdLst>
                <a:gd name="T0" fmla="*/ 0 w 1111406"/>
                <a:gd name="T1" fmla="*/ 0 h 776645"/>
                <a:gd name="T2" fmla="*/ 360000 w 1111406"/>
                <a:gd name="T3" fmla="*/ 0 h 776645"/>
                <a:gd name="T4" fmla="*/ 360000 w 1111406"/>
                <a:gd name="T5" fmla="*/ 406801 h 776645"/>
                <a:gd name="T6" fmla="*/ 0 w 1111406"/>
                <a:gd name="T7" fmla="*/ 406801 h 776645"/>
                <a:gd name="T8" fmla="*/ 0 60000 65536"/>
                <a:gd name="T9" fmla="*/ 0 60000 65536"/>
                <a:gd name="T10" fmla="*/ 0 60000 65536"/>
                <a:gd name="T11" fmla="*/ 0 60000 65536"/>
                <a:gd name="T12" fmla="*/ 0 w 1111406"/>
                <a:gd name="T13" fmla="*/ 0 h 776645"/>
                <a:gd name="T14" fmla="*/ 1111406 w 1111406"/>
                <a:gd name="T15" fmla="*/ 776645 h 776645"/>
              </a:gdLst>
              <a:ahLst/>
              <a:cxnLst>
                <a:cxn ang="T8">
                  <a:pos x="T0" y="T1"/>
                </a:cxn>
                <a:cxn ang="T9">
                  <a:pos x="T2" y="T3"/>
                </a:cxn>
                <a:cxn ang="T10">
                  <a:pos x="T4" y="T5"/>
                </a:cxn>
                <a:cxn ang="T11">
                  <a:pos x="T6" y="T7"/>
                </a:cxn>
              </a:cxnLst>
              <a:rect l="T12" t="T13" r="T14" b="T15"/>
              <a:pathLst>
                <a:path w="1111406" h="776645">
                  <a:moveTo>
                    <a:pt x="0" y="0"/>
                  </a:moveTo>
                  <a:lnTo>
                    <a:pt x="1111407" y="0"/>
                  </a:lnTo>
                  <a:lnTo>
                    <a:pt x="1111407" y="776646"/>
                  </a:lnTo>
                  <a:lnTo>
                    <a:pt x="0" y="776646"/>
                  </a:lnTo>
                  <a:lnTo>
                    <a:pt x="0" y="0"/>
                  </a:lnTo>
                  <a:close/>
                </a:path>
              </a:pathLst>
            </a:custGeom>
            <a:solidFill>
              <a:srgbClr val="FFD068"/>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t>255</a:t>
              </a:r>
            </a:p>
            <a:p>
              <a:pPr algn="ctr" eaLnBrk="1" hangingPunct="1">
                <a:lnSpc>
                  <a:spcPct val="90000"/>
                </a:lnSpc>
                <a:defRPr/>
              </a:pPr>
              <a:r>
                <a:rPr lang="en-US" altLang="en-US" sz="700"/>
                <a:t>208</a:t>
              </a:r>
            </a:p>
            <a:p>
              <a:pPr algn="ctr" eaLnBrk="1" hangingPunct="1">
                <a:lnSpc>
                  <a:spcPct val="90000"/>
                </a:lnSpc>
                <a:defRPr/>
              </a:pPr>
              <a:r>
                <a:rPr lang="en-US" altLang="en-US" sz="700"/>
                <a:t>104</a:t>
              </a:r>
            </a:p>
          </p:txBody>
        </p:sp>
        <p:sp>
          <p:nvSpPr>
            <p:cNvPr id="1063" name="Forme libre : forme 44">
              <a:extLst>
                <a:ext uri="{FF2B5EF4-FFF2-40B4-BE49-F238E27FC236}">
                  <a16:creationId xmlns:a16="http://schemas.microsoft.com/office/drawing/2014/main" id="{A39BB55E-F78E-6E96-26A9-19EB83BFE782}"/>
                </a:ext>
              </a:extLst>
            </p:cNvPr>
            <p:cNvSpPr>
              <a:spLocks/>
            </p:cNvSpPr>
            <p:nvPr/>
          </p:nvSpPr>
          <p:spPr bwMode="auto">
            <a:xfrm>
              <a:off x="12800832" y="1992581"/>
              <a:ext cx="360194" cy="406363"/>
            </a:xfrm>
            <a:custGeom>
              <a:avLst/>
              <a:gdLst>
                <a:gd name="T0" fmla="*/ 0 w 1111406"/>
                <a:gd name="T1" fmla="*/ 0 h 776645"/>
                <a:gd name="T2" fmla="*/ 360000 w 1111406"/>
                <a:gd name="T3" fmla="*/ 0 h 776645"/>
                <a:gd name="T4" fmla="*/ 360000 w 1111406"/>
                <a:gd name="T5" fmla="*/ 406801 h 776645"/>
                <a:gd name="T6" fmla="*/ 0 w 1111406"/>
                <a:gd name="T7" fmla="*/ 406801 h 776645"/>
                <a:gd name="T8" fmla="*/ 0 60000 65536"/>
                <a:gd name="T9" fmla="*/ 0 60000 65536"/>
                <a:gd name="T10" fmla="*/ 0 60000 65536"/>
                <a:gd name="T11" fmla="*/ 0 60000 65536"/>
                <a:gd name="T12" fmla="*/ 0 w 1111406"/>
                <a:gd name="T13" fmla="*/ 0 h 776645"/>
                <a:gd name="T14" fmla="*/ 1111406 w 1111406"/>
                <a:gd name="T15" fmla="*/ 776645 h 776645"/>
              </a:gdLst>
              <a:ahLst/>
              <a:cxnLst>
                <a:cxn ang="T8">
                  <a:pos x="T0" y="T1"/>
                </a:cxn>
                <a:cxn ang="T9">
                  <a:pos x="T2" y="T3"/>
                </a:cxn>
                <a:cxn ang="T10">
                  <a:pos x="T4" y="T5"/>
                </a:cxn>
                <a:cxn ang="T11">
                  <a:pos x="T6" y="T7"/>
                </a:cxn>
              </a:cxnLst>
              <a:rect l="T12" t="T13" r="T14" b="T15"/>
              <a:pathLst>
                <a:path w="1111406" h="776645">
                  <a:moveTo>
                    <a:pt x="0" y="0"/>
                  </a:moveTo>
                  <a:lnTo>
                    <a:pt x="1111407" y="0"/>
                  </a:lnTo>
                  <a:lnTo>
                    <a:pt x="1111407" y="776646"/>
                  </a:lnTo>
                  <a:lnTo>
                    <a:pt x="0" y="776646"/>
                  </a:lnTo>
                  <a:lnTo>
                    <a:pt x="0" y="0"/>
                  </a:lnTo>
                  <a:close/>
                </a:path>
              </a:pathLst>
            </a:custGeom>
            <a:solidFill>
              <a:srgbClr val="FFDA80"/>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t>255</a:t>
              </a:r>
            </a:p>
            <a:p>
              <a:pPr algn="ctr" eaLnBrk="1" hangingPunct="1">
                <a:lnSpc>
                  <a:spcPct val="90000"/>
                </a:lnSpc>
                <a:defRPr/>
              </a:pPr>
              <a:r>
                <a:rPr lang="en-US" altLang="en-US" sz="700"/>
                <a:t>218</a:t>
              </a:r>
            </a:p>
            <a:p>
              <a:pPr algn="ctr" eaLnBrk="1" hangingPunct="1">
                <a:lnSpc>
                  <a:spcPct val="90000"/>
                </a:lnSpc>
                <a:defRPr/>
              </a:pPr>
              <a:r>
                <a:rPr lang="en-US" altLang="en-US" sz="700"/>
                <a:t>128</a:t>
              </a:r>
            </a:p>
          </p:txBody>
        </p:sp>
        <p:sp>
          <p:nvSpPr>
            <p:cNvPr id="1064" name="Forme libre : forme 45">
              <a:extLst>
                <a:ext uri="{FF2B5EF4-FFF2-40B4-BE49-F238E27FC236}">
                  <a16:creationId xmlns:a16="http://schemas.microsoft.com/office/drawing/2014/main" id="{C50D1D0F-DD57-FD9F-ADFB-DB911B306717}"/>
                </a:ext>
              </a:extLst>
            </p:cNvPr>
            <p:cNvSpPr>
              <a:spLocks/>
            </p:cNvSpPr>
            <p:nvPr/>
          </p:nvSpPr>
          <p:spPr bwMode="auto">
            <a:xfrm>
              <a:off x="13168961" y="3645018"/>
              <a:ext cx="360194" cy="406363"/>
            </a:xfrm>
            <a:custGeom>
              <a:avLst/>
              <a:gdLst>
                <a:gd name="T0" fmla="*/ 0 w 1111406"/>
                <a:gd name="T1" fmla="*/ 0 h 776645"/>
                <a:gd name="T2" fmla="*/ 360000 w 1111406"/>
                <a:gd name="T3" fmla="*/ 0 h 776645"/>
                <a:gd name="T4" fmla="*/ 360000 w 1111406"/>
                <a:gd name="T5" fmla="*/ 406801 h 776645"/>
                <a:gd name="T6" fmla="*/ 0 w 1111406"/>
                <a:gd name="T7" fmla="*/ 406801 h 776645"/>
                <a:gd name="T8" fmla="*/ 0 60000 65536"/>
                <a:gd name="T9" fmla="*/ 0 60000 65536"/>
                <a:gd name="T10" fmla="*/ 0 60000 65536"/>
                <a:gd name="T11" fmla="*/ 0 60000 65536"/>
                <a:gd name="T12" fmla="*/ 0 w 1111406"/>
                <a:gd name="T13" fmla="*/ 0 h 776645"/>
                <a:gd name="T14" fmla="*/ 1111406 w 1111406"/>
                <a:gd name="T15" fmla="*/ 776645 h 776645"/>
              </a:gdLst>
              <a:ahLst/>
              <a:cxnLst>
                <a:cxn ang="T8">
                  <a:pos x="T0" y="T1"/>
                </a:cxn>
                <a:cxn ang="T9">
                  <a:pos x="T2" y="T3"/>
                </a:cxn>
                <a:cxn ang="T10">
                  <a:pos x="T4" y="T5"/>
                </a:cxn>
                <a:cxn ang="T11">
                  <a:pos x="T6" y="T7"/>
                </a:cxn>
              </a:cxnLst>
              <a:rect l="T12" t="T13" r="T14" b="T15"/>
              <a:pathLst>
                <a:path w="1111406" h="776645">
                  <a:moveTo>
                    <a:pt x="0" y="0"/>
                  </a:moveTo>
                  <a:lnTo>
                    <a:pt x="1111407" y="0"/>
                  </a:lnTo>
                  <a:lnTo>
                    <a:pt x="1111407" y="776646"/>
                  </a:lnTo>
                  <a:lnTo>
                    <a:pt x="0" y="776646"/>
                  </a:lnTo>
                  <a:lnTo>
                    <a:pt x="0" y="0"/>
                  </a:lnTo>
                  <a:close/>
                </a:path>
              </a:pathLst>
            </a:custGeom>
            <a:solidFill>
              <a:srgbClr val="42142E"/>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solidFill>
                    <a:schemeClr val="bg1"/>
                  </a:solidFill>
                </a:rPr>
                <a:t>66</a:t>
              </a:r>
            </a:p>
            <a:p>
              <a:pPr algn="ctr" eaLnBrk="1" hangingPunct="1">
                <a:lnSpc>
                  <a:spcPct val="90000"/>
                </a:lnSpc>
                <a:defRPr/>
              </a:pPr>
              <a:r>
                <a:rPr lang="en-US" altLang="en-US" sz="700">
                  <a:solidFill>
                    <a:schemeClr val="bg1"/>
                  </a:solidFill>
                </a:rPr>
                <a:t>20</a:t>
              </a:r>
            </a:p>
            <a:p>
              <a:pPr algn="ctr" eaLnBrk="1" hangingPunct="1">
                <a:lnSpc>
                  <a:spcPct val="90000"/>
                </a:lnSpc>
                <a:defRPr/>
              </a:pPr>
              <a:r>
                <a:rPr lang="en-US" altLang="en-US" sz="700">
                  <a:solidFill>
                    <a:schemeClr val="bg1"/>
                  </a:solidFill>
                </a:rPr>
                <a:t>46</a:t>
              </a:r>
            </a:p>
          </p:txBody>
        </p:sp>
        <p:sp>
          <p:nvSpPr>
            <p:cNvPr id="1065" name="Forme libre : forme 46">
              <a:extLst>
                <a:ext uri="{FF2B5EF4-FFF2-40B4-BE49-F238E27FC236}">
                  <a16:creationId xmlns:a16="http://schemas.microsoft.com/office/drawing/2014/main" id="{7D1DF553-6ECA-A26F-3184-54090CBFC7D5}"/>
                </a:ext>
              </a:extLst>
            </p:cNvPr>
            <p:cNvSpPr>
              <a:spLocks/>
            </p:cNvSpPr>
            <p:nvPr/>
          </p:nvSpPr>
          <p:spPr bwMode="auto">
            <a:xfrm>
              <a:off x="13168961" y="3232306"/>
              <a:ext cx="360194" cy="406363"/>
            </a:xfrm>
            <a:custGeom>
              <a:avLst/>
              <a:gdLst>
                <a:gd name="T0" fmla="*/ 0 w 1111406"/>
                <a:gd name="T1" fmla="*/ 0 h 776645"/>
                <a:gd name="T2" fmla="*/ 360000 w 1111406"/>
                <a:gd name="T3" fmla="*/ 0 h 776645"/>
                <a:gd name="T4" fmla="*/ 360000 w 1111406"/>
                <a:gd name="T5" fmla="*/ 406801 h 776645"/>
                <a:gd name="T6" fmla="*/ 0 w 1111406"/>
                <a:gd name="T7" fmla="*/ 406801 h 776645"/>
                <a:gd name="T8" fmla="*/ 0 60000 65536"/>
                <a:gd name="T9" fmla="*/ 0 60000 65536"/>
                <a:gd name="T10" fmla="*/ 0 60000 65536"/>
                <a:gd name="T11" fmla="*/ 0 60000 65536"/>
                <a:gd name="T12" fmla="*/ 0 w 1111406"/>
                <a:gd name="T13" fmla="*/ 0 h 776645"/>
                <a:gd name="T14" fmla="*/ 1111406 w 1111406"/>
                <a:gd name="T15" fmla="*/ 776645 h 776645"/>
              </a:gdLst>
              <a:ahLst/>
              <a:cxnLst>
                <a:cxn ang="T8">
                  <a:pos x="T0" y="T1"/>
                </a:cxn>
                <a:cxn ang="T9">
                  <a:pos x="T2" y="T3"/>
                </a:cxn>
                <a:cxn ang="T10">
                  <a:pos x="T4" y="T5"/>
                </a:cxn>
                <a:cxn ang="T11">
                  <a:pos x="T6" y="T7"/>
                </a:cxn>
              </a:cxnLst>
              <a:rect l="T12" t="T13" r="T14" b="T15"/>
              <a:pathLst>
                <a:path w="1111406" h="776645">
                  <a:moveTo>
                    <a:pt x="0" y="0"/>
                  </a:moveTo>
                  <a:lnTo>
                    <a:pt x="1111407" y="0"/>
                  </a:lnTo>
                  <a:lnTo>
                    <a:pt x="1111407" y="776646"/>
                  </a:lnTo>
                  <a:lnTo>
                    <a:pt x="0" y="776646"/>
                  </a:lnTo>
                  <a:lnTo>
                    <a:pt x="0" y="0"/>
                  </a:lnTo>
                  <a:close/>
                </a:path>
              </a:pathLst>
            </a:custGeom>
            <a:solidFill>
              <a:srgbClr val="590A42"/>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solidFill>
                    <a:schemeClr val="bg1"/>
                  </a:solidFill>
                </a:rPr>
                <a:t>89</a:t>
              </a:r>
            </a:p>
            <a:p>
              <a:pPr algn="ctr" eaLnBrk="1" hangingPunct="1">
                <a:lnSpc>
                  <a:spcPct val="90000"/>
                </a:lnSpc>
                <a:defRPr/>
              </a:pPr>
              <a:r>
                <a:rPr lang="en-US" altLang="en-US" sz="700">
                  <a:solidFill>
                    <a:schemeClr val="bg1"/>
                  </a:solidFill>
                </a:rPr>
                <a:t>10</a:t>
              </a:r>
            </a:p>
            <a:p>
              <a:pPr algn="ctr" eaLnBrk="1" hangingPunct="1">
                <a:lnSpc>
                  <a:spcPct val="90000"/>
                </a:lnSpc>
                <a:defRPr/>
              </a:pPr>
              <a:r>
                <a:rPr lang="en-US" altLang="en-US" sz="700">
                  <a:solidFill>
                    <a:schemeClr val="bg1"/>
                  </a:solidFill>
                </a:rPr>
                <a:t>66</a:t>
              </a:r>
            </a:p>
          </p:txBody>
        </p:sp>
        <p:sp>
          <p:nvSpPr>
            <p:cNvPr id="1066" name="Forme libre : forme 47">
              <a:extLst>
                <a:ext uri="{FF2B5EF4-FFF2-40B4-BE49-F238E27FC236}">
                  <a16:creationId xmlns:a16="http://schemas.microsoft.com/office/drawing/2014/main" id="{C2200800-206B-A498-695F-4D28452733E8}"/>
                </a:ext>
              </a:extLst>
            </p:cNvPr>
            <p:cNvSpPr>
              <a:spLocks/>
            </p:cNvSpPr>
            <p:nvPr/>
          </p:nvSpPr>
          <p:spPr bwMode="auto">
            <a:xfrm>
              <a:off x="13168961" y="2818006"/>
              <a:ext cx="360194" cy="407951"/>
            </a:xfrm>
            <a:custGeom>
              <a:avLst/>
              <a:gdLst>
                <a:gd name="T0" fmla="*/ 0 w 1111406"/>
                <a:gd name="T1" fmla="*/ 0 h 1111407"/>
                <a:gd name="T2" fmla="*/ 360000 w 1111406"/>
                <a:gd name="T3" fmla="*/ 0 h 1111407"/>
                <a:gd name="T4" fmla="*/ 360000 w 1111406"/>
                <a:gd name="T5" fmla="*/ 406800 h 1111407"/>
                <a:gd name="T6" fmla="*/ 0 w 1111406"/>
                <a:gd name="T7" fmla="*/ 406800 h 1111407"/>
                <a:gd name="T8" fmla="*/ 0 60000 65536"/>
                <a:gd name="T9" fmla="*/ 0 60000 65536"/>
                <a:gd name="T10" fmla="*/ 0 60000 65536"/>
                <a:gd name="T11" fmla="*/ 0 60000 65536"/>
                <a:gd name="T12" fmla="*/ 0 w 1111406"/>
                <a:gd name="T13" fmla="*/ 0 h 1111407"/>
                <a:gd name="T14" fmla="*/ 1111406 w 1111406"/>
                <a:gd name="T15" fmla="*/ 1111407 h 1111407"/>
              </a:gdLst>
              <a:ahLst/>
              <a:cxnLst>
                <a:cxn ang="T8">
                  <a:pos x="T0" y="T1"/>
                </a:cxn>
                <a:cxn ang="T9">
                  <a:pos x="T2" y="T3"/>
                </a:cxn>
                <a:cxn ang="T10">
                  <a:pos x="T4" y="T5"/>
                </a:cxn>
                <a:cxn ang="T11">
                  <a:pos x="T6" y="T7"/>
                </a:cxn>
              </a:cxnLst>
              <a:rect l="T12" t="T13" r="T14" b="T15"/>
              <a:pathLst>
                <a:path w="1111406" h="1111407">
                  <a:moveTo>
                    <a:pt x="0" y="0"/>
                  </a:moveTo>
                  <a:lnTo>
                    <a:pt x="1111407" y="0"/>
                  </a:lnTo>
                  <a:lnTo>
                    <a:pt x="1111407" y="1111407"/>
                  </a:lnTo>
                  <a:lnTo>
                    <a:pt x="0" y="1111407"/>
                  </a:lnTo>
                  <a:lnTo>
                    <a:pt x="0" y="0"/>
                  </a:lnTo>
                  <a:close/>
                </a:path>
              </a:pathLst>
            </a:custGeom>
            <a:solidFill>
              <a:srgbClr val="750D5C"/>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solidFill>
                    <a:schemeClr val="bg1"/>
                  </a:solidFill>
                </a:rPr>
                <a:t>117</a:t>
              </a:r>
            </a:p>
            <a:p>
              <a:pPr algn="ctr" eaLnBrk="1" hangingPunct="1">
                <a:lnSpc>
                  <a:spcPct val="90000"/>
                </a:lnSpc>
                <a:defRPr/>
              </a:pPr>
              <a:r>
                <a:rPr lang="en-US" altLang="en-US" sz="700">
                  <a:solidFill>
                    <a:schemeClr val="bg1"/>
                  </a:solidFill>
                </a:rPr>
                <a:t>13</a:t>
              </a:r>
            </a:p>
            <a:p>
              <a:pPr algn="ctr" eaLnBrk="1" hangingPunct="1">
                <a:lnSpc>
                  <a:spcPct val="90000"/>
                </a:lnSpc>
                <a:defRPr/>
              </a:pPr>
              <a:r>
                <a:rPr lang="en-US" altLang="en-US" sz="700">
                  <a:solidFill>
                    <a:schemeClr val="bg1"/>
                  </a:solidFill>
                </a:rPr>
                <a:t>92</a:t>
              </a:r>
            </a:p>
          </p:txBody>
        </p:sp>
        <p:sp>
          <p:nvSpPr>
            <p:cNvPr id="1067" name="Forme libre : forme 48">
              <a:extLst>
                <a:ext uri="{FF2B5EF4-FFF2-40B4-BE49-F238E27FC236}">
                  <a16:creationId xmlns:a16="http://schemas.microsoft.com/office/drawing/2014/main" id="{D966FEDA-197F-02B6-8C62-D19D6747B114}"/>
                </a:ext>
              </a:extLst>
            </p:cNvPr>
            <p:cNvSpPr>
              <a:spLocks/>
            </p:cNvSpPr>
            <p:nvPr/>
          </p:nvSpPr>
          <p:spPr bwMode="auto">
            <a:xfrm>
              <a:off x="13168961" y="2405293"/>
              <a:ext cx="360194" cy="406363"/>
            </a:xfrm>
            <a:custGeom>
              <a:avLst/>
              <a:gdLst>
                <a:gd name="T0" fmla="*/ 0 w 1111406"/>
                <a:gd name="T1" fmla="*/ 0 h 776645"/>
                <a:gd name="T2" fmla="*/ 360000 w 1111406"/>
                <a:gd name="T3" fmla="*/ 0 h 776645"/>
                <a:gd name="T4" fmla="*/ 360000 w 1111406"/>
                <a:gd name="T5" fmla="*/ 406801 h 776645"/>
                <a:gd name="T6" fmla="*/ 0 w 1111406"/>
                <a:gd name="T7" fmla="*/ 406801 h 776645"/>
                <a:gd name="T8" fmla="*/ 0 60000 65536"/>
                <a:gd name="T9" fmla="*/ 0 60000 65536"/>
                <a:gd name="T10" fmla="*/ 0 60000 65536"/>
                <a:gd name="T11" fmla="*/ 0 60000 65536"/>
                <a:gd name="T12" fmla="*/ 0 w 1111406"/>
                <a:gd name="T13" fmla="*/ 0 h 776645"/>
                <a:gd name="T14" fmla="*/ 1111406 w 1111406"/>
                <a:gd name="T15" fmla="*/ 776645 h 776645"/>
              </a:gdLst>
              <a:ahLst/>
              <a:cxnLst>
                <a:cxn ang="T8">
                  <a:pos x="T0" y="T1"/>
                </a:cxn>
                <a:cxn ang="T9">
                  <a:pos x="T2" y="T3"/>
                </a:cxn>
                <a:cxn ang="T10">
                  <a:pos x="T4" y="T5"/>
                </a:cxn>
                <a:cxn ang="T11">
                  <a:pos x="T6" y="T7"/>
                </a:cxn>
              </a:cxnLst>
              <a:rect l="T12" t="T13" r="T14" b="T15"/>
              <a:pathLst>
                <a:path w="1111406" h="776645">
                  <a:moveTo>
                    <a:pt x="0" y="0"/>
                  </a:moveTo>
                  <a:lnTo>
                    <a:pt x="1111407" y="0"/>
                  </a:lnTo>
                  <a:lnTo>
                    <a:pt x="1111407" y="776646"/>
                  </a:lnTo>
                  <a:lnTo>
                    <a:pt x="0" y="776646"/>
                  </a:lnTo>
                  <a:lnTo>
                    <a:pt x="0" y="0"/>
                  </a:lnTo>
                  <a:close/>
                </a:path>
              </a:pathLst>
            </a:custGeom>
            <a:solidFill>
              <a:srgbClr val="802B73"/>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solidFill>
                    <a:schemeClr val="bg1"/>
                  </a:solidFill>
                </a:rPr>
                <a:t>128</a:t>
              </a:r>
            </a:p>
            <a:p>
              <a:pPr algn="ctr" eaLnBrk="1" hangingPunct="1">
                <a:lnSpc>
                  <a:spcPct val="90000"/>
                </a:lnSpc>
                <a:defRPr/>
              </a:pPr>
              <a:r>
                <a:rPr lang="en-US" altLang="en-US" sz="700">
                  <a:solidFill>
                    <a:schemeClr val="bg1"/>
                  </a:solidFill>
                </a:rPr>
                <a:t>43</a:t>
              </a:r>
            </a:p>
            <a:p>
              <a:pPr algn="ctr" eaLnBrk="1" hangingPunct="1">
                <a:lnSpc>
                  <a:spcPct val="90000"/>
                </a:lnSpc>
                <a:defRPr/>
              </a:pPr>
              <a:r>
                <a:rPr lang="en-US" altLang="en-US" sz="700">
                  <a:solidFill>
                    <a:schemeClr val="bg1"/>
                  </a:solidFill>
                </a:rPr>
                <a:t>115</a:t>
              </a:r>
            </a:p>
          </p:txBody>
        </p:sp>
        <p:sp>
          <p:nvSpPr>
            <p:cNvPr id="1068" name="Forme libre : forme 49">
              <a:extLst>
                <a:ext uri="{FF2B5EF4-FFF2-40B4-BE49-F238E27FC236}">
                  <a16:creationId xmlns:a16="http://schemas.microsoft.com/office/drawing/2014/main" id="{0816E809-C0E1-BD6A-4C88-A85C71618A6B}"/>
                </a:ext>
              </a:extLst>
            </p:cNvPr>
            <p:cNvSpPr>
              <a:spLocks/>
            </p:cNvSpPr>
            <p:nvPr/>
          </p:nvSpPr>
          <p:spPr bwMode="auto">
            <a:xfrm>
              <a:off x="13168961" y="1992581"/>
              <a:ext cx="360194" cy="406363"/>
            </a:xfrm>
            <a:custGeom>
              <a:avLst/>
              <a:gdLst>
                <a:gd name="T0" fmla="*/ 0 w 1111406"/>
                <a:gd name="T1" fmla="*/ 0 h 776645"/>
                <a:gd name="T2" fmla="*/ 360000 w 1111406"/>
                <a:gd name="T3" fmla="*/ 0 h 776645"/>
                <a:gd name="T4" fmla="*/ 360000 w 1111406"/>
                <a:gd name="T5" fmla="*/ 406801 h 776645"/>
                <a:gd name="T6" fmla="*/ 0 w 1111406"/>
                <a:gd name="T7" fmla="*/ 406801 h 776645"/>
                <a:gd name="T8" fmla="*/ 0 60000 65536"/>
                <a:gd name="T9" fmla="*/ 0 60000 65536"/>
                <a:gd name="T10" fmla="*/ 0 60000 65536"/>
                <a:gd name="T11" fmla="*/ 0 60000 65536"/>
                <a:gd name="T12" fmla="*/ 0 w 1111406"/>
                <a:gd name="T13" fmla="*/ 0 h 776645"/>
                <a:gd name="T14" fmla="*/ 1111406 w 1111406"/>
                <a:gd name="T15" fmla="*/ 776645 h 776645"/>
              </a:gdLst>
              <a:ahLst/>
              <a:cxnLst>
                <a:cxn ang="T8">
                  <a:pos x="T0" y="T1"/>
                </a:cxn>
                <a:cxn ang="T9">
                  <a:pos x="T2" y="T3"/>
                </a:cxn>
                <a:cxn ang="T10">
                  <a:pos x="T4" y="T5"/>
                </a:cxn>
                <a:cxn ang="T11">
                  <a:pos x="T6" y="T7"/>
                </a:cxn>
              </a:cxnLst>
              <a:rect l="T12" t="T13" r="T14" b="T15"/>
              <a:pathLst>
                <a:path w="1111406" h="776645">
                  <a:moveTo>
                    <a:pt x="0" y="0"/>
                  </a:moveTo>
                  <a:lnTo>
                    <a:pt x="1111407" y="0"/>
                  </a:lnTo>
                  <a:lnTo>
                    <a:pt x="1111407" y="776646"/>
                  </a:lnTo>
                  <a:lnTo>
                    <a:pt x="0" y="776646"/>
                  </a:lnTo>
                  <a:lnTo>
                    <a:pt x="0" y="0"/>
                  </a:lnTo>
                  <a:close/>
                </a:path>
              </a:pathLst>
            </a:custGeom>
            <a:solidFill>
              <a:srgbClr val="9E4780"/>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solidFill>
                    <a:schemeClr val="bg1"/>
                  </a:solidFill>
                </a:rPr>
                <a:t>158</a:t>
              </a:r>
            </a:p>
            <a:p>
              <a:pPr algn="ctr" eaLnBrk="1" hangingPunct="1">
                <a:lnSpc>
                  <a:spcPct val="90000"/>
                </a:lnSpc>
                <a:defRPr/>
              </a:pPr>
              <a:r>
                <a:rPr lang="en-US" altLang="en-US" sz="700">
                  <a:solidFill>
                    <a:schemeClr val="bg1"/>
                  </a:solidFill>
                </a:rPr>
                <a:t>71</a:t>
              </a:r>
            </a:p>
            <a:p>
              <a:pPr algn="ctr" eaLnBrk="1" hangingPunct="1">
                <a:lnSpc>
                  <a:spcPct val="90000"/>
                </a:lnSpc>
                <a:defRPr/>
              </a:pPr>
              <a:r>
                <a:rPr lang="en-US" altLang="en-US" sz="700">
                  <a:solidFill>
                    <a:schemeClr val="bg1"/>
                  </a:solidFill>
                </a:rPr>
                <a:t>128</a:t>
              </a:r>
            </a:p>
          </p:txBody>
        </p:sp>
        <p:sp>
          <p:nvSpPr>
            <p:cNvPr id="1069" name="Forme libre : forme 50">
              <a:extLst>
                <a:ext uri="{FF2B5EF4-FFF2-40B4-BE49-F238E27FC236}">
                  <a16:creationId xmlns:a16="http://schemas.microsoft.com/office/drawing/2014/main" id="{111F4B24-0685-A3AA-BA00-7BDC78AD8CE4}"/>
                </a:ext>
              </a:extLst>
            </p:cNvPr>
            <p:cNvSpPr>
              <a:spLocks/>
            </p:cNvSpPr>
            <p:nvPr/>
          </p:nvSpPr>
          <p:spPr bwMode="auto">
            <a:xfrm>
              <a:off x="13535502" y="3645018"/>
              <a:ext cx="360195" cy="406363"/>
            </a:xfrm>
            <a:custGeom>
              <a:avLst/>
              <a:gdLst>
                <a:gd name="T0" fmla="*/ 0 w 1111406"/>
                <a:gd name="T1" fmla="*/ 0 h 776645"/>
                <a:gd name="T2" fmla="*/ 360000 w 1111406"/>
                <a:gd name="T3" fmla="*/ 0 h 776645"/>
                <a:gd name="T4" fmla="*/ 360000 w 1111406"/>
                <a:gd name="T5" fmla="*/ 406801 h 776645"/>
                <a:gd name="T6" fmla="*/ 0 w 1111406"/>
                <a:gd name="T7" fmla="*/ 406801 h 776645"/>
                <a:gd name="T8" fmla="*/ 0 60000 65536"/>
                <a:gd name="T9" fmla="*/ 0 60000 65536"/>
                <a:gd name="T10" fmla="*/ 0 60000 65536"/>
                <a:gd name="T11" fmla="*/ 0 60000 65536"/>
                <a:gd name="T12" fmla="*/ 0 w 1111406"/>
                <a:gd name="T13" fmla="*/ 0 h 776645"/>
                <a:gd name="T14" fmla="*/ 1111406 w 1111406"/>
                <a:gd name="T15" fmla="*/ 776645 h 776645"/>
              </a:gdLst>
              <a:ahLst/>
              <a:cxnLst>
                <a:cxn ang="T8">
                  <a:pos x="T0" y="T1"/>
                </a:cxn>
                <a:cxn ang="T9">
                  <a:pos x="T2" y="T3"/>
                </a:cxn>
                <a:cxn ang="T10">
                  <a:pos x="T4" y="T5"/>
                </a:cxn>
                <a:cxn ang="T11">
                  <a:pos x="T6" y="T7"/>
                </a:cxn>
              </a:cxnLst>
              <a:rect l="T12" t="T13" r="T14" b="T15"/>
              <a:pathLst>
                <a:path w="1111406" h="776645">
                  <a:moveTo>
                    <a:pt x="0" y="0"/>
                  </a:moveTo>
                  <a:lnTo>
                    <a:pt x="1111407" y="0"/>
                  </a:lnTo>
                  <a:lnTo>
                    <a:pt x="1111407" y="776646"/>
                  </a:lnTo>
                  <a:lnTo>
                    <a:pt x="0" y="776646"/>
                  </a:lnTo>
                  <a:lnTo>
                    <a:pt x="0" y="0"/>
                  </a:lnTo>
                  <a:close/>
                </a:path>
              </a:pathLst>
            </a:custGeom>
            <a:solidFill>
              <a:srgbClr val="A6001A"/>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solidFill>
                    <a:schemeClr val="bg1"/>
                  </a:solidFill>
                </a:rPr>
                <a:t>166</a:t>
              </a:r>
            </a:p>
            <a:p>
              <a:pPr algn="ctr" eaLnBrk="1" hangingPunct="1">
                <a:lnSpc>
                  <a:spcPct val="90000"/>
                </a:lnSpc>
                <a:defRPr/>
              </a:pPr>
              <a:r>
                <a:rPr lang="en-US" altLang="en-US" sz="700">
                  <a:solidFill>
                    <a:schemeClr val="bg1"/>
                  </a:solidFill>
                </a:rPr>
                <a:t>0</a:t>
              </a:r>
            </a:p>
            <a:p>
              <a:pPr algn="ctr" eaLnBrk="1" hangingPunct="1">
                <a:lnSpc>
                  <a:spcPct val="90000"/>
                </a:lnSpc>
                <a:defRPr/>
              </a:pPr>
              <a:r>
                <a:rPr lang="en-US" altLang="en-US" sz="700">
                  <a:solidFill>
                    <a:schemeClr val="bg1"/>
                  </a:solidFill>
                </a:rPr>
                <a:t>26</a:t>
              </a:r>
            </a:p>
          </p:txBody>
        </p:sp>
        <p:sp>
          <p:nvSpPr>
            <p:cNvPr id="1070" name="Forme libre : forme 51">
              <a:extLst>
                <a:ext uri="{FF2B5EF4-FFF2-40B4-BE49-F238E27FC236}">
                  <a16:creationId xmlns:a16="http://schemas.microsoft.com/office/drawing/2014/main" id="{58804985-2E40-D347-F4C6-3D92DE410C94}"/>
                </a:ext>
              </a:extLst>
            </p:cNvPr>
            <p:cNvSpPr>
              <a:spLocks/>
            </p:cNvSpPr>
            <p:nvPr/>
          </p:nvSpPr>
          <p:spPr bwMode="auto">
            <a:xfrm>
              <a:off x="13535502" y="3232306"/>
              <a:ext cx="360195" cy="406363"/>
            </a:xfrm>
            <a:custGeom>
              <a:avLst/>
              <a:gdLst>
                <a:gd name="T0" fmla="*/ 0 w 1111406"/>
                <a:gd name="T1" fmla="*/ 0 h 776645"/>
                <a:gd name="T2" fmla="*/ 360000 w 1111406"/>
                <a:gd name="T3" fmla="*/ 0 h 776645"/>
                <a:gd name="T4" fmla="*/ 360000 w 1111406"/>
                <a:gd name="T5" fmla="*/ 406801 h 776645"/>
                <a:gd name="T6" fmla="*/ 0 w 1111406"/>
                <a:gd name="T7" fmla="*/ 406801 h 776645"/>
                <a:gd name="T8" fmla="*/ 0 60000 65536"/>
                <a:gd name="T9" fmla="*/ 0 60000 65536"/>
                <a:gd name="T10" fmla="*/ 0 60000 65536"/>
                <a:gd name="T11" fmla="*/ 0 60000 65536"/>
                <a:gd name="T12" fmla="*/ 0 w 1111406"/>
                <a:gd name="T13" fmla="*/ 0 h 776645"/>
                <a:gd name="T14" fmla="*/ 1111406 w 1111406"/>
                <a:gd name="T15" fmla="*/ 776645 h 776645"/>
              </a:gdLst>
              <a:ahLst/>
              <a:cxnLst>
                <a:cxn ang="T8">
                  <a:pos x="T0" y="T1"/>
                </a:cxn>
                <a:cxn ang="T9">
                  <a:pos x="T2" y="T3"/>
                </a:cxn>
                <a:cxn ang="T10">
                  <a:pos x="T4" y="T5"/>
                </a:cxn>
                <a:cxn ang="T11">
                  <a:pos x="T6" y="T7"/>
                </a:cxn>
              </a:cxnLst>
              <a:rect l="T12" t="T13" r="T14" b="T15"/>
              <a:pathLst>
                <a:path w="1111406" h="776645">
                  <a:moveTo>
                    <a:pt x="0" y="0"/>
                  </a:moveTo>
                  <a:lnTo>
                    <a:pt x="1111407" y="0"/>
                  </a:lnTo>
                  <a:lnTo>
                    <a:pt x="1111407" y="776646"/>
                  </a:lnTo>
                  <a:lnTo>
                    <a:pt x="0" y="776646"/>
                  </a:lnTo>
                  <a:lnTo>
                    <a:pt x="0" y="0"/>
                  </a:lnTo>
                  <a:close/>
                </a:path>
              </a:pathLst>
            </a:custGeom>
            <a:solidFill>
              <a:srgbClr val="E30021"/>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solidFill>
                    <a:schemeClr val="bg1"/>
                  </a:solidFill>
                </a:rPr>
                <a:t>227</a:t>
              </a:r>
            </a:p>
            <a:p>
              <a:pPr algn="ctr" eaLnBrk="1" hangingPunct="1">
                <a:lnSpc>
                  <a:spcPct val="90000"/>
                </a:lnSpc>
                <a:defRPr/>
              </a:pPr>
              <a:r>
                <a:rPr lang="en-US" altLang="en-US" sz="700">
                  <a:solidFill>
                    <a:schemeClr val="bg1"/>
                  </a:solidFill>
                </a:rPr>
                <a:t>03</a:t>
              </a:r>
            </a:p>
            <a:p>
              <a:pPr algn="ctr" eaLnBrk="1" hangingPunct="1">
                <a:lnSpc>
                  <a:spcPct val="90000"/>
                </a:lnSpc>
                <a:defRPr/>
              </a:pPr>
              <a:r>
                <a:rPr lang="en-US" altLang="en-US" sz="700">
                  <a:solidFill>
                    <a:schemeClr val="bg1"/>
                  </a:solidFill>
                </a:rPr>
                <a:t>33</a:t>
              </a:r>
            </a:p>
          </p:txBody>
        </p:sp>
        <p:sp>
          <p:nvSpPr>
            <p:cNvPr id="1071" name="Forme libre : forme 52">
              <a:extLst>
                <a:ext uri="{FF2B5EF4-FFF2-40B4-BE49-F238E27FC236}">
                  <a16:creationId xmlns:a16="http://schemas.microsoft.com/office/drawing/2014/main" id="{8A274C63-1188-6411-E118-9DCC3A20F888}"/>
                </a:ext>
              </a:extLst>
            </p:cNvPr>
            <p:cNvSpPr>
              <a:spLocks/>
            </p:cNvSpPr>
            <p:nvPr/>
          </p:nvSpPr>
          <p:spPr bwMode="auto">
            <a:xfrm>
              <a:off x="13535502" y="2818006"/>
              <a:ext cx="360195" cy="407951"/>
            </a:xfrm>
            <a:custGeom>
              <a:avLst/>
              <a:gdLst>
                <a:gd name="T0" fmla="*/ 0 w 1111406"/>
                <a:gd name="T1" fmla="*/ 0 h 1111407"/>
                <a:gd name="T2" fmla="*/ 360000 w 1111406"/>
                <a:gd name="T3" fmla="*/ 0 h 1111407"/>
                <a:gd name="T4" fmla="*/ 360000 w 1111406"/>
                <a:gd name="T5" fmla="*/ 406800 h 1111407"/>
                <a:gd name="T6" fmla="*/ 0 w 1111406"/>
                <a:gd name="T7" fmla="*/ 406800 h 1111407"/>
                <a:gd name="T8" fmla="*/ 0 60000 65536"/>
                <a:gd name="T9" fmla="*/ 0 60000 65536"/>
                <a:gd name="T10" fmla="*/ 0 60000 65536"/>
                <a:gd name="T11" fmla="*/ 0 60000 65536"/>
                <a:gd name="T12" fmla="*/ 0 w 1111406"/>
                <a:gd name="T13" fmla="*/ 0 h 1111407"/>
                <a:gd name="T14" fmla="*/ 1111406 w 1111406"/>
                <a:gd name="T15" fmla="*/ 1111407 h 1111407"/>
              </a:gdLst>
              <a:ahLst/>
              <a:cxnLst>
                <a:cxn ang="T8">
                  <a:pos x="T0" y="T1"/>
                </a:cxn>
                <a:cxn ang="T9">
                  <a:pos x="T2" y="T3"/>
                </a:cxn>
                <a:cxn ang="T10">
                  <a:pos x="T4" y="T5"/>
                </a:cxn>
                <a:cxn ang="T11">
                  <a:pos x="T6" y="T7"/>
                </a:cxn>
              </a:cxnLst>
              <a:rect l="T12" t="T13" r="T14" b="T15"/>
              <a:pathLst>
                <a:path w="1111406" h="1111407">
                  <a:moveTo>
                    <a:pt x="0" y="0"/>
                  </a:moveTo>
                  <a:lnTo>
                    <a:pt x="1111407" y="0"/>
                  </a:lnTo>
                  <a:lnTo>
                    <a:pt x="1111407" y="1111407"/>
                  </a:lnTo>
                  <a:lnTo>
                    <a:pt x="0" y="1111407"/>
                  </a:lnTo>
                  <a:lnTo>
                    <a:pt x="0" y="0"/>
                  </a:lnTo>
                  <a:close/>
                </a:path>
              </a:pathLst>
            </a:custGeom>
            <a:solidFill>
              <a:srgbClr val="FF304D"/>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t>255</a:t>
              </a:r>
            </a:p>
            <a:p>
              <a:pPr algn="ctr" eaLnBrk="1" hangingPunct="1">
                <a:lnSpc>
                  <a:spcPct val="90000"/>
                </a:lnSpc>
                <a:defRPr/>
              </a:pPr>
              <a:r>
                <a:rPr lang="en-US" altLang="en-US" sz="700"/>
                <a:t>48</a:t>
              </a:r>
            </a:p>
            <a:p>
              <a:pPr algn="ctr" eaLnBrk="1" hangingPunct="1">
                <a:lnSpc>
                  <a:spcPct val="90000"/>
                </a:lnSpc>
                <a:defRPr/>
              </a:pPr>
              <a:r>
                <a:rPr lang="en-US" altLang="en-US" sz="700"/>
                <a:t>77</a:t>
              </a:r>
            </a:p>
          </p:txBody>
        </p:sp>
        <p:sp>
          <p:nvSpPr>
            <p:cNvPr id="1072" name="Forme libre : forme 53">
              <a:extLst>
                <a:ext uri="{FF2B5EF4-FFF2-40B4-BE49-F238E27FC236}">
                  <a16:creationId xmlns:a16="http://schemas.microsoft.com/office/drawing/2014/main" id="{80CE40C6-771B-3096-821E-323B9A115776}"/>
                </a:ext>
              </a:extLst>
            </p:cNvPr>
            <p:cNvSpPr>
              <a:spLocks/>
            </p:cNvSpPr>
            <p:nvPr/>
          </p:nvSpPr>
          <p:spPr bwMode="auto">
            <a:xfrm>
              <a:off x="13535502" y="2405293"/>
              <a:ext cx="360195" cy="406363"/>
            </a:xfrm>
            <a:custGeom>
              <a:avLst/>
              <a:gdLst>
                <a:gd name="T0" fmla="*/ 0 w 1111406"/>
                <a:gd name="T1" fmla="*/ 0 h 776645"/>
                <a:gd name="T2" fmla="*/ 360000 w 1111406"/>
                <a:gd name="T3" fmla="*/ 0 h 776645"/>
                <a:gd name="T4" fmla="*/ 360000 w 1111406"/>
                <a:gd name="T5" fmla="*/ 406801 h 776645"/>
                <a:gd name="T6" fmla="*/ 0 w 1111406"/>
                <a:gd name="T7" fmla="*/ 406801 h 776645"/>
                <a:gd name="T8" fmla="*/ 0 60000 65536"/>
                <a:gd name="T9" fmla="*/ 0 60000 65536"/>
                <a:gd name="T10" fmla="*/ 0 60000 65536"/>
                <a:gd name="T11" fmla="*/ 0 60000 65536"/>
                <a:gd name="T12" fmla="*/ 0 w 1111406"/>
                <a:gd name="T13" fmla="*/ 0 h 776645"/>
                <a:gd name="T14" fmla="*/ 1111406 w 1111406"/>
                <a:gd name="T15" fmla="*/ 776645 h 776645"/>
              </a:gdLst>
              <a:ahLst/>
              <a:cxnLst>
                <a:cxn ang="T8">
                  <a:pos x="T0" y="T1"/>
                </a:cxn>
                <a:cxn ang="T9">
                  <a:pos x="T2" y="T3"/>
                </a:cxn>
                <a:cxn ang="T10">
                  <a:pos x="T4" y="T5"/>
                </a:cxn>
                <a:cxn ang="T11">
                  <a:pos x="T6" y="T7"/>
                </a:cxn>
              </a:cxnLst>
              <a:rect l="T12" t="T13" r="T14" b="T15"/>
              <a:pathLst>
                <a:path w="1111406" h="776645">
                  <a:moveTo>
                    <a:pt x="0" y="0"/>
                  </a:moveTo>
                  <a:lnTo>
                    <a:pt x="1111407" y="0"/>
                  </a:lnTo>
                  <a:lnTo>
                    <a:pt x="1111407" y="776646"/>
                  </a:lnTo>
                  <a:lnTo>
                    <a:pt x="0" y="776646"/>
                  </a:lnTo>
                  <a:lnTo>
                    <a:pt x="0" y="0"/>
                  </a:lnTo>
                  <a:close/>
                </a:path>
              </a:pathLst>
            </a:custGeom>
            <a:solidFill>
              <a:srgbClr val="FF455E"/>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t>255</a:t>
              </a:r>
            </a:p>
            <a:p>
              <a:pPr algn="ctr" eaLnBrk="1" hangingPunct="1">
                <a:lnSpc>
                  <a:spcPct val="90000"/>
                </a:lnSpc>
                <a:defRPr/>
              </a:pPr>
              <a:r>
                <a:rPr lang="en-US" altLang="en-US" sz="700"/>
                <a:t>69</a:t>
              </a:r>
            </a:p>
            <a:p>
              <a:pPr algn="ctr" eaLnBrk="1" hangingPunct="1">
                <a:lnSpc>
                  <a:spcPct val="90000"/>
                </a:lnSpc>
                <a:defRPr/>
              </a:pPr>
              <a:r>
                <a:rPr lang="en-US" altLang="en-US" sz="700"/>
                <a:t>94</a:t>
              </a:r>
            </a:p>
          </p:txBody>
        </p:sp>
        <p:sp>
          <p:nvSpPr>
            <p:cNvPr id="1073" name="Forme libre : forme 54">
              <a:extLst>
                <a:ext uri="{FF2B5EF4-FFF2-40B4-BE49-F238E27FC236}">
                  <a16:creationId xmlns:a16="http://schemas.microsoft.com/office/drawing/2014/main" id="{19882FB4-C23A-5D98-551C-11DEBAABF0F8}"/>
                </a:ext>
              </a:extLst>
            </p:cNvPr>
            <p:cNvSpPr>
              <a:spLocks/>
            </p:cNvSpPr>
            <p:nvPr/>
          </p:nvSpPr>
          <p:spPr bwMode="auto">
            <a:xfrm>
              <a:off x="13535502" y="1992581"/>
              <a:ext cx="360195" cy="406363"/>
            </a:xfrm>
            <a:custGeom>
              <a:avLst/>
              <a:gdLst>
                <a:gd name="T0" fmla="*/ 0 w 1111406"/>
                <a:gd name="T1" fmla="*/ 0 h 776645"/>
                <a:gd name="T2" fmla="*/ 360000 w 1111406"/>
                <a:gd name="T3" fmla="*/ 0 h 776645"/>
                <a:gd name="T4" fmla="*/ 360000 w 1111406"/>
                <a:gd name="T5" fmla="*/ 406801 h 776645"/>
                <a:gd name="T6" fmla="*/ 0 w 1111406"/>
                <a:gd name="T7" fmla="*/ 406801 h 776645"/>
                <a:gd name="T8" fmla="*/ 0 60000 65536"/>
                <a:gd name="T9" fmla="*/ 0 60000 65536"/>
                <a:gd name="T10" fmla="*/ 0 60000 65536"/>
                <a:gd name="T11" fmla="*/ 0 60000 65536"/>
                <a:gd name="T12" fmla="*/ 0 w 1111406"/>
                <a:gd name="T13" fmla="*/ 0 h 776645"/>
                <a:gd name="T14" fmla="*/ 1111406 w 1111406"/>
                <a:gd name="T15" fmla="*/ 776645 h 776645"/>
              </a:gdLst>
              <a:ahLst/>
              <a:cxnLst>
                <a:cxn ang="T8">
                  <a:pos x="T0" y="T1"/>
                </a:cxn>
                <a:cxn ang="T9">
                  <a:pos x="T2" y="T3"/>
                </a:cxn>
                <a:cxn ang="T10">
                  <a:pos x="T4" y="T5"/>
                </a:cxn>
                <a:cxn ang="T11">
                  <a:pos x="T6" y="T7"/>
                </a:cxn>
              </a:cxnLst>
              <a:rect l="T12" t="T13" r="T14" b="T15"/>
              <a:pathLst>
                <a:path w="1111406" h="776645">
                  <a:moveTo>
                    <a:pt x="0" y="0"/>
                  </a:moveTo>
                  <a:lnTo>
                    <a:pt x="1111407" y="0"/>
                  </a:lnTo>
                  <a:lnTo>
                    <a:pt x="1111407" y="776646"/>
                  </a:lnTo>
                  <a:lnTo>
                    <a:pt x="0" y="776646"/>
                  </a:lnTo>
                  <a:lnTo>
                    <a:pt x="0" y="0"/>
                  </a:lnTo>
                  <a:close/>
                </a:path>
              </a:pathLst>
            </a:custGeom>
            <a:solidFill>
              <a:srgbClr val="FF5770"/>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t>255</a:t>
              </a:r>
            </a:p>
            <a:p>
              <a:pPr algn="ctr" eaLnBrk="1" hangingPunct="1">
                <a:lnSpc>
                  <a:spcPct val="90000"/>
                </a:lnSpc>
                <a:defRPr/>
              </a:pPr>
              <a:r>
                <a:rPr lang="en-US" altLang="en-US" sz="700"/>
                <a:t>87</a:t>
              </a:r>
            </a:p>
            <a:p>
              <a:pPr algn="ctr" eaLnBrk="1" hangingPunct="1">
                <a:lnSpc>
                  <a:spcPct val="90000"/>
                </a:lnSpc>
                <a:defRPr/>
              </a:pPr>
              <a:r>
                <a:rPr lang="en-US" altLang="en-US" sz="700"/>
                <a:t>112</a:t>
              </a:r>
            </a:p>
          </p:txBody>
        </p:sp>
        <p:sp>
          <p:nvSpPr>
            <p:cNvPr id="1074" name="Forme libre : forme 55">
              <a:extLst>
                <a:ext uri="{FF2B5EF4-FFF2-40B4-BE49-F238E27FC236}">
                  <a16:creationId xmlns:a16="http://schemas.microsoft.com/office/drawing/2014/main" id="{DF7C2FC1-6E3D-AB00-D645-FAA97D5B3D1B}"/>
                </a:ext>
              </a:extLst>
            </p:cNvPr>
            <p:cNvSpPr>
              <a:spLocks/>
            </p:cNvSpPr>
            <p:nvPr/>
          </p:nvSpPr>
          <p:spPr bwMode="auto">
            <a:xfrm>
              <a:off x="12432704" y="3645018"/>
              <a:ext cx="360194" cy="406363"/>
            </a:xfrm>
            <a:custGeom>
              <a:avLst/>
              <a:gdLst>
                <a:gd name="T0" fmla="*/ 0 w 1111406"/>
                <a:gd name="T1" fmla="*/ 0 h 776645"/>
                <a:gd name="T2" fmla="*/ 360000 w 1111406"/>
                <a:gd name="T3" fmla="*/ 0 h 776645"/>
                <a:gd name="T4" fmla="*/ 360000 w 1111406"/>
                <a:gd name="T5" fmla="*/ 406801 h 776645"/>
                <a:gd name="T6" fmla="*/ 0 w 1111406"/>
                <a:gd name="T7" fmla="*/ 406801 h 776645"/>
                <a:gd name="T8" fmla="*/ 0 60000 65536"/>
                <a:gd name="T9" fmla="*/ 0 60000 65536"/>
                <a:gd name="T10" fmla="*/ 0 60000 65536"/>
                <a:gd name="T11" fmla="*/ 0 60000 65536"/>
                <a:gd name="T12" fmla="*/ 0 w 1111406"/>
                <a:gd name="T13" fmla="*/ 0 h 776645"/>
                <a:gd name="T14" fmla="*/ 1111406 w 1111406"/>
                <a:gd name="T15" fmla="*/ 776645 h 776645"/>
              </a:gdLst>
              <a:ahLst/>
              <a:cxnLst>
                <a:cxn ang="T8">
                  <a:pos x="T0" y="T1"/>
                </a:cxn>
                <a:cxn ang="T9">
                  <a:pos x="T2" y="T3"/>
                </a:cxn>
                <a:cxn ang="T10">
                  <a:pos x="T4" y="T5"/>
                </a:cxn>
                <a:cxn ang="T11">
                  <a:pos x="T6" y="T7"/>
                </a:cxn>
              </a:cxnLst>
              <a:rect l="T12" t="T13" r="T14" b="T15"/>
              <a:pathLst>
                <a:path w="1111406" h="776645">
                  <a:moveTo>
                    <a:pt x="0" y="0"/>
                  </a:moveTo>
                  <a:lnTo>
                    <a:pt x="1111407" y="0"/>
                  </a:lnTo>
                  <a:lnTo>
                    <a:pt x="1111407" y="776646"/>
                  </a:lnTo>
                  <a:lnTo>
                    <a:pt x="0" y="776646"/>
                  </a:lnTo>
                  <a:lnTo>
                    <a:pt x="0" y="0"/>
                  </a:lnTo>
                  <a:close/>
                </a:path>
              </a:pathLst>
            </a:custGeom>
            <a:solidFill>
              <a:srgbClr val="811B6F"/>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solidFill>
                    <a:schemeClr val="bg1"/>
                  </a:solidFill>
                </a:rPr>
                <a:t>129</a:t>
              </a:r>
            </a:p>
            <a:p>
              <a:pPr algn="ctr" eaLnBrk="1" hangingPunct="1">
                <a:lnSpc>
                  <a:spcPct val="90000"/>
                </a:lnSpc>
                <a:defRPr/>
              </a:pPr>
              <a:r>
                <a:rPr lang="en-US" altLang="en-US" sz="700">
                  <a:solidFill>
                    <a:schemeClr val="bg1"/>
                  </a:solidFill>
                </a:rPr>
                <a:t>27</a:t>
              </a:r>
            </a:p>
            <a:p>
              <a:pPr algn="ctr" eaLnBrk="1" hangingPunct="1">
                <a:lnSpc>
                  <a:spcPct val="90000"/>
                </a:lnSpc>
                <a:defRPr/>
              </a:pPr>
              <a:r>
                <a:rPr lang="en-US" altLang="en-US" sz="700">
                  <a:solidFill>
                    <a:schemeClr val="bg1"/>
                  </a:solidFill>
                </a:rPr>
                <a:t>111</a:t>
              </a:r>
            </a:p>
          </p:txBody>
        </p:sp>
        <p:sp>
          <p:nvSpPr>
            <p:cNvPr id="1075" name="Forme libre : forme 56">
              <a:extLst>
                <a:ext uri="{FF2B5EF4-FFF2-40B4-BE49-F238E27FC236}">
                  <a16:creationId xmlns:a16="http://schemas.microsoft.com/office/drawing/2014/main" id="{53E0D8B6-A680-D5F2-17B3-9B003A85B7BD}"/>
                </a:ext>
              </a:extLst>
            </p:cNvPr>
            <p:cNvSpPr>
              <a:spLocks/>
            </p:cNvSpPr>
            <p:nvPr/>
          </p:nvSpPr>
          <p:spPr bwMode="auto">
            <a:xfrm>
              <a:off x="12432704" y="3232306"/>
              <a:ext cx="360194" cy="406363"/>
            </a:xfrm>
            <a:custGeom>
              <a:avLst/>
              <a:gdLst>
                <a:gd name="T0" fmla="*/ 0 w 1111406"/>
                <a:gd name="T1" fmla="*/ 0 h 776645"/>
                <a:gd name="T2" fmla="*/ 360000 w 1111406"/>
                <a:gd name="T3" fmla="*/ 0 h 776645"/>
                <a:gd name="T4" fmla="*/ 360000 w 1111406"/>
                <a:gd name="T5" fmla="*/ 406801 h 776645"/>
                <a:gd name="T6" fmla="*/ 0 w 1111406"/>
                <a:gd name="T7" fmla="*/ 406801 h 776645"/>
                <a:gd name="T8" fmla="*/ 0 60000 65536"/>
                <a:gd name="T9" fmla="*/ 0 60000 65536"/>
                <a:gd name="T10" fmla="*/ 0 60000 65536"/>
                <a:gd name="T11" fmla="*/ 0 60000 65536"/>
                <a:gd name="T12" fmla="*/ 0 w 1111406"/>
                <a:gd name="T13" fmla="*/ 0 h 776645"/>
                <a:gd name="T14" fmla="*/ 1111406 w 1111406"/>
                <a:gd name="T15" fmla="*/ 776645 h 776645"/>
              </a:gdLst>
              <a:ahLst/>
              <a:cxnLst>
                <a:cxn ang="T8">
                  <a:pos x="T0" y="T1"/>
                </a:cxn>
                <a:cxn ang="T9">
                  <a:pos x="T2" y="T3"/>
                </a:cxn>
                <a:cxn ang="T10">
                  <a:pos x="T4" y="T5"/>
                </a:cxn>
                <a:cxn ang="T11">
                  <a:pos x="T6" y="T7"/>
                </a:cxn>
              </a:cxnLst>
              <a:rect l="T12" t="T13" r="T14" b="T15"/>
              <a:pathLst>
                <a:path w="1111406" h="776645">
                  <a:moveTo>
                    <a:pt x="0" y="0"/>
                  </a:moveTo>
                  <a:lnTo>
                    <a:pt x="1111407" y="0"/>
                  </a:lnTo>
                  <a:lnTo>
                    <a:pt x="1111407" y="776646"/>
                  </a:lnTo>
                  <a:lnTo>
                    <a:pt x="0" y="776646"/>
                  </a:lnTo>
                  <a:lnTo>
                    <a:pt x="0" y="0"/>
                  </a:lnTo>
                  <a:close/>
                </a:path>
              </a:pathLst>
            </a:custGeom>
            <a:solidFill>
              <a:srgbClr val="A12980"/>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solidFill>
                    <a:schemeClr val="bg1"/>
                  </a:solidFill>
                </a:rPr>
                <a:t>161</a:t>
              </a:r>
            </a:p>
            <a:p>
              <a:pPr algn="ctr" eaLnBrk="1" hangingPunct="1">
                <a:lnSpc>
                  <a:spcPct val="90000"/>
                </a:lnSpc>
                <a:defRPr/>
              </a:pPr>
              <a:r>
                <a:rPr lang="en-US" altLang="en-US" sz="700">
                  <a:solidFill>
                    <a:schemeClr val="bg1"/>
                  </a:solidFill>
                </a:rPr>
                <a:t>41</a:t>
              </a:r>
            </a:p>
            <a:p>
              <a:pPr algn="ctr" eaLnBrk="1" hangingPunct="1">
                <a:lnSpc>
                  <a:spcPct val="90000"/>
                </a:lnSpc>
                <a:defRPr/>
              </a:pPr>
              <a:r>
                <a:rPr lang="en-US" altLang="en-US" sz="700">
                  <a:solidFill>
                    <a:schemeClr val="bg1"/>
                  </a:solidFill>
                </a:rPr>
                <a:t>128</a:t>
              </a:r>
            </a:p>
          </p:txBody>
        </p:sp>
        <p:sp>
          <p:nvSpPr>
            <p:cNvPr id="1076" name="Forme libre : forme 57">
              <a:extLst>
                <a:ext uri="{FF2B5EF4-FFF2-40B4-BE49-F238E27FC236}">
                  <a16:creationId xmlns:a16="http://schemas.microsoft.com/office/drawing/2014/main" id="{C1D27091-F634-D7F0-BACB-D89E874FB9EA}"/>
                </a:ext>
              </a:extLst>
            </p:cNvPr>
            <p:cNvSpPr>
              <a:spLocks/>
            </p:cNvSpPr>
            <p:nvPr/>
          </p:nvSpPr>
          <p:spPr bwMode="auto">
            <a:xfrm>
              <a:off x="12432704" y="2818006"/>
              <a:ext cx="360194" cy="407951"/>
            </a:xfrm>
            <a:custGeom>
              <a:avLst/>
              <a:gdLst>
                <a:gd name="T0" fmla="*/ 0 w 1111406"/>
                <a:gd name="T1" fmla="*/ 0 h 1111407"/>
                <a:gd name="T2" fmla="*/ 360000 w 1111406"/>
                <a:gd name="T3" fmla="*/ 0 h 1111407"/>
                <a:gd name="T4" fmla="*/ 360000 w 1111406"/>
                <a:gd name="T5" fmla="*/ 406800 h 1111407"/>
                <a:gd name="T6" fmla="*/ 0 w 1111406"/>
                <a:gd name="T7" fmla="*/ 406800 h 1111407"/>
                <a:gd name="T8" fmla="*/ 0 60000 65536"/>
                <a:gd name="T9" fmla="*/ 0 60000 65536"/>
                <a:gd name="T10" fmla="*/ 0 60000 65536"/>
                <a:gd name="T11" fmla="*/ 0 60000 65536"/>
                <a:gd name="T12" fmla="*/ 0 w 1111406"/>
                <a:gd name="T13" fmla="*/ 0 h 1111407"/>
                <a:gd name="T14" fmla="*/ 1111406 w 1111406"/>
                <a:gd name="T15" fmla="*/ 1111407 h 1111407"/>
              </a:gdLst>
              <a:ahLst/>
              <a:cxnLst>
                <a:cxn ang="T8">
                  <a:pos x="T0" y="T1"/>
                </a:cxn>
                <a:cxn ang="T9">
                  <a:pos x="T2" y="T3"/>
                </a:cxn>
                <a:cxn ang="T10">
                  <a:pos x="T4" y="T5"/>
                </a:cxn>
                <a:cxn ang="T11">
                  <a:pos x="T6" y="T7"/>
                </a:cxn>
              </a:cxnLst>
              <a:rect l="T12" t="T13" r="T14" b="T15"/>
              <a:pathLst>
                <a:path w="1111406" h="1111407">
                  <a:moveTo>
                    <a:pt x="0" y="0"/>
                  </a:moveTo>
                  <a:lnTo>
                    <a:pt x="1111407" y="0"/>
                  </a:lnTo>
                  <a:lnTo>
                    <a:pt x="1111407" y="1111407"/>
                  </a:lnTo>
                  <a:lnTo>
                    <a:pt x="0" y="1111407"/>
                  </a:lnTo>
                  <a:lnTo>
                    <a:pt x="0" y="0"/>
                  </a:lnTo>
                  <a:close/>
                </a:path>
              </a:pathLst>
            </a:custGeom>
            <a:solidFill>
              <a:srgbClr val="BA2980"/>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solidFill>
                    <a:schemeClr val="bg1"/>
                  </a:solidFill>
                </a:rPr>
                <a:t>186</a:t>
              </a:r>
            </a:p>
            <a:p>
              <a:pPr algn="ctr" eaLnBrk="1" hangingPunct="1">
                <a:lnSpc>
                  <a:spcPct val="90000"/>
                </a:lnSpc>
                <a:defRPr/>
              </a:pPr>
              <a:r>
                <a:rPr lang="en-US" altLang="en-US" sz="700">
                  <a:solidFill>
                    <a:schemeClr val="bg1"/>
                  </a:solidFill>
                </a:rPr>
                <a:t>41</a:t>
              </a:r>
            </a:p>
            <a:p>
              <a:pPr algn="ctr" eaLnBrk="1" hangingPunct="1">
                <a:lnSpc>
                  <a:spcPct val="90000"/>
                </a:lnSpc>
                <a:defRPr/>
              </a:pPr>
              <a:r>
                <a:rPr lang="en-US" altLang="en-US" sz="700">
                  <a:solidFill>
                    <a:schemeClr val="bg1"/>
                  </a:solidFill>
                </a:rPr>
                <a:t>128</a:t>
              </a:r>
            </a:p>
          </p:txBody>
        </p:sp>
        <p:sp>
          <p:nvSpPr>
            <p:cNvPr id="1077" name="Forme libre : forme 58">
              <a:extLst>
                <a:ext uri="{FF2B5EF4-FFF2-40B4-BE49-F238E27FC236}">
                  <a16:creationId xmlns:a16="http://schemas.microsoft.com/office/drawing/2014/main" id="{0088E84D-332D-D542-679D-9DB41AE90ED5}"/>
                </a:ext>
              </a:extLst>
            </p:cNvPr>
            <p:cNvSpPr>
              <a:spLocks/>
            </p:cNvSpPr>
            <p:nvPr/>
          </p:nvSpPr>
          <p:spPr bwMode="auto">
            <a:xfrm>
              <a:off x="12432704" y="2405293"/>
              <a:ext cx="360194" cy="406363"/>
            </a:xfrm>
            <a:custGeom>
              <a:avLst/>
              <a:gdLst>
                <a:gd name="T0" fmla="*/ 0 w 1111406"/>
                <a:gd name="T1" fmla="*/ 0 h 776645"/>
                <a:gd name="T2" fmla="*/ 360000 w 1111406"/>
                <a:gd name="T3" fmla="*/ 0 h 776645"/>
                <a:gd name="T4" fmla="*/ 360000 w 1111406"/>
                <a:gd name="T5" fmla="*/ 406801 h 776645"/>
                <a:gd name="T6" fmla="*/ 0 w 1111406"/>
                <a:gd name="T7" fmla="*/ 406801 h 776645"/>
                <a:gd name="T8" fmla="*/ 0 60000 65536"/>
                <a:gd name="T9" fmla="*/ 0 60000 65536"/>
                <a:gd name="T10" fmla="*/ 0 60000 65536"/>
                <a:gd name="T11" fmla="*/ 0 60000 65536"/>
                <a:gd name="T12" fmla="*/ 0 w 1111406"/>
                <a:gd name="T13" fmla="*/ 0 h 776645"/>
                <a:gd name="T14" fmla="*/ 1111406 w 1111406"/>
                <a:gd name="T15" fmla="*/ 776645 h 776645"/>
              </a:gdLst>
              <a:ahLst/>
              <a:cxnLst>
                <a:cxn ang="T8">
                  <a:pos x="T0" y="T1"/>
                </a:cxn>
                <a:cxn ang="T9">
                  <a:pos x="T2" y="T3"/>
                </a:cxn>
                <a:cxn ang="T10">
                  <a:pos x="T4" y="T5"/>
                </a:cxn>
                <a:cxn ang="T11">
                  <a:pos x="T6" y="T7"/>
                </a:cxn>
              </a:cxnLst>
              <a:rect l="T12" t="T13" r="T14" b="T15"/>
              <a:pathLst>
                <a:path w="1111406" h="776645">
                  <a:moveTo>
                    <a:pt x="0" y="0"/>
                  </a:moveTo>
                  <a:lnTo>
                    <a:pt x="1111407" y="0"/>
                  </a:lnTo>
                  <a:lnTo>
                    <a:pt x="1111407" y="776646"/>
                  </a:lnTo>
                  <a:lnTo>
                    <a:pt x="0" y="776646"/>
                  </a:lnTo>
                  <a:lnTo>
                    <a:pt x="0" y="0"/>
                  </a:lnTo>
                  <a:close/>
                </a:path>
              </a:pathLst>
            </a:custGeom>
            <a:solidFill>
              <a:srgbClr val="D13A8C"/>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t>209</a:t>
              </a:r>
            </a:p>
            <a:p>
              <a:pPr algn="ctr" eaLnBrk="1" hangingPunct="1">
                <a:lnSpc>
                  <a:spcPct val="90000"/>
                </a:lnSpc>
                <a:defRPr/>
              </a:pPr>
              <a:r>
                <a:rPr lang="en-US" altLang="en-US" sz="700"/>
                <a:t>58</a:t>
              </a:r>
            </a:p>
            <a:p>
              <a:pPr algn="ctr" eaLnBrk="1" hangingPunct="1">
                <a:lnSpc>
                  <a:spcPct val="90000"/>
                </a:lnSpc>
                <a:defRPr/>
              </a:pPr>
              <a:r>
                <a:rPr lang="en-US" altLang="en-US" sz="700"/>
                <a:t>140</a:t>
              </a:r>
            </a:p>
          </p:txBody>
        </p:sp>
        <p:sp>
          <p:nvSpPr>
            <p:cNvPr id="1078" name="Forme libre : forme 59">
              <a:extLst>
                <a:ext uri="{FF2B5EF4-FFF2-40B4-BE49-F238E27FC236}">
                  <a16:creationId xmlns:a16="http://schemas.microsoft.com/office/drawing/2014/main" id="{2E5FB565-46F4-50A3-4DCE-5DF6F203BC69}"/>
                </a:ext>
              </a:extLst>
            </p:cNvPr>
            <p:cNvSpPr>
              <a:spLocks/>
            </p:cNvSpPr>
            <p:nvPr/>
          </p:nvSpPr>
          <p:spPr bwMode="auto">
            <a:xfrm>
              <a:off x="12432704" y="1994169"/>
              <a:ext cx="360194" cy="406363"/>
            </a:xfrm>
            <a:custGeom>
              <a:avLst/>
              <a:gdLst>
                <a:gd name="T0" fmla="*/ 0 w 1111406"/>
                <a:gd name="T1" fmla="*/ 0 h 776645"/>
                <a:gd name="T2" fmla="*/ 360000 w 1111406"/>
                <a:gd name="T3" fmla="*/ 0 h 776645"/>
                <a:gd name="T4" fmla="*/ 360000 w 1111406"/>
                <a:gd name="T5" fmla="*/ 406801 h 776645"/>
                <a:gd name="T6" fmla="*/ 0 w 1111406"/>
                <a:gd name="T7" fmla="*/ 406801 h 776645"/>
                <a:gd name="T8" fmla="*/ 0 60000 65536"/>
                <a:gd name="T9" fmla="*/ 0 60000 65536"/>
                <a:gd name="T10" fmla="*/ 0 60000 65536"/>
                <a:gd name="T11" fmla="*/ 0 60000 65536"/>
                <a:gd name="T12" fmla="*/ 0 w 1111406"/>
                <a:gd name="T13" fmla="*/ 0 h 776645"/>
                <a:gd name="T14" fmla="*/ 1111406 w 1111406"/>
                <a:gd name="T15" fmla="*/ 776645 h 776645"/>
              </a:gdLst>
              <a:ahLst/>
              <a:cxnLst>
                <a:cxn ang="T8">
                  <a:pos x="T0" y="T1"/>
                </a:cxn>
                <a:cxn ang="T9">
                  <a:pos x="T2" y="T3"/>
                </a:cxn>
                <a:cxn ang="T10">
                  <a:pos x="T4" y="T5"/>
                </a:cxn>
                <a:cxn ang="T11">
                  <a:pos x="T6" y="T7"/>
                </a:cxn>
              </a:cxnLst>
              <a:rect l="T12" t="T13" r="T14" b="T15"/>
              <a:pathLst>
                <a:path w="1111406" h="776645">
                  <a:moveTo>
                    <a:pt x="0" y="0"/>
                  </a:moveTo>
                  <a:lnTo>
                    <a:pt x="1111407" y="0"/>
                  </a:lnTo>
                  <a:lnTo>
                    <a:pt x="1111407" y="776646"/>
                  </a:lnTo>
                  <a:lnTo>
                    <a:pt x="0" y="776646"/>
                  </a:lnTo>
                  <a:lnTo>
                    <a:pt x="0" y="0"/>
                  </a:lnTo>
                  <a:close/>
                </a:path>
              </a:pathLst>
            </a:custGeom>
            <a:solidFill>
              <a:srgbClr val="E557AD"/>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t>229</a:t>
              </a:r>
            </a:p>
            <a:p>
              <a:pPr algn="ctr" eaLnBrk="1" hangingPunct="1">
                <a:lnSpc>
                  <a:spcPct val="90000"/>
                </a:lnSpc>
                <a:defRPr/>
              </a:pPr>
              <a:r>
                <a:rPr lang="en-US" altLang="en-US" sz="700"/>
                <a:t>87</a:t>
              </a:r>
            </a:p>
            <a:p>
              <a:pPr algn="ctr" eaLnBrk="1" hangingPunct="1">
                <a:lnSpc>
                  <a:spcPct val="90000"/>
                </a:lnSpc>
                <a:defRPr/>
              </a:pPr>
              <a:r>
                <a:rPr lang="en-US" altLang="en-US" sz="700"/>
                <a:t>173</a:t>
              </a:r>
            </a:p>
          </p:txBody>
        </p:sp>
      </p:grpSp>
      <p:sp>
        <p:nvSpPr>
          <p:cNvPr id="1031" name="Rectangle 60">
            <a:extLst>
              <a:ext uri="{FF2B5EF4-FFF2-40B4-BE49-F238E27FC236}">
                <a16:creationId xmlns:a16="http://schemas.microsoft.com/office/drawing/2014/main" id="{39C9AD92-BB6B-18E5-469F-68CB868C95DE}"/>
              </a:ext>
            </a:extLst>
          </p:cNvPr>
          <p:cNvSpPr>
            <a:spLocks noChangeArrowheads="1"/>
          </p:cNvSpPr>
          <p:nvPr/>
        </p:nvSpPr>
        <p:spPr bwMode="auto">
          <a:xfrm>
            <a:off x="12295188" y="6411913"/>
            <a:ext cx="2546350" cy="615950"/>
          </a:xfrm>
          <a:prstGeom prst="rect">
            <a:avLst/>
          </a:prstGeom>
          <a:noFill/>
          <a:ln>
            <a:noFill/>
          </a:ln>
        </p:spPr>
        <p:txBody>
          <a:bodyPr lIns="0" tIns="0" rIns="0" bIns="0">
            <a:spAutoFit/>
          </a:bodyP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eaLnBrk="1" hangingPunct="1">
              <a:defRPr/>
            </a:pPr>
            <a:r>
              <a:rPr lang="en-GB" altLang="en-US" sz="800"/>
              <a:t>Security Classification:</a:t>
            </a:r>
          </a:p>
          <a:p>
            <a:pPr eaLnBrk="1" hangingPunct="1">
              <a:defRPr/>
            </a:pPr>
            <a:r>
              <a:rPr lang="en-GB" altLang="en-US" sz="800"/>
              <a:t>SEC0: Public</a:t>
            </a:r>
          </a:p>
          <a:p>
            <a:pPr eaLnBrk="1" hangingPunct="1">
              <a:defRPr/>
            </a:pPr>
            <a:r>
              <a:rPr lang="en-GB" altLang="en-US" sz="800"/>
              <a:t>SEC1: Company Confidential</a:t>
            </a:r>
          </a:p>
          <a:p>
            <a:pPr eaLnBrk="1" hangingPunct="1">
              <a:defRPr/>
            </a:pPr>
            <a:r>
              <a:rPr lang="en-GB" altLang="en-US" sz="800"/>
              <a:t>SEC2: Company Restricted / Customer restricted</a:t>
            </a:r>
          </a:p>
          <a:p>
            <a:pPr eaLnBrk="1" hangingPunct="1">
              <a:defRPr/>
            </a:pPr>
            <a:r>
              <a:rPr lang="en-GB" altLang="en-US" sz="800"/>
              <a:t>SEC3: Company Sensitive</a:t>
            </a:r>
          </a:p>
        </p:txBody>
      </p:sp>
      <p:grpSp>
        <p:nvGrpSpPr>
          <p:cNvPr id="1032" name="Groupe 4096">
            <a:extLst>
              <a:ext uri="{FF2B5EF4-FFF2-40B4-BE49-F238E27FC236}">
                <a16:creationId xmlns:a16="http://schemas.microsoft.com/office/drawing/2014/main" id="{5140C236-E349-B59B-C72D-62769812E6AD}"/>
              </a:ext>
            </a:extLst>
          </p:cNvPr>
          <p:cNvGrpSpPr>
            <a:grpSpLocks/>
          </p:cNvGrpSpPr>
          <p:nvPr/>
        </p:nvGrpSpPr>
        <p:grpSpPr bwMode="auto">
          <a:xfrm>
            <a:off x="12295188" y="2165350"/>
            <a:ext cx="1465262" cy="2057400"/>
            <a:chOff x="14041053" y="1992581"/>
            <a:chExt cx="1465123" cy="2058800"/>
          </a:xfrm>
        </p:grpSpPr>
        <p:sp>
          <p:nvSpPr>
            <p:cNvPr id="1039" name="Forme libre : forme 65">
              <a:extLst>
                <a:ext uri="{FF2B5EF4-FFF2-40B4-BE49-F238E27FC236}">
                  <a16:creationId xmlns:a16="http://schemas.microsoft.com/office/drawing/2014/main" id="{654B8F14-E30F-0F44-3A39-35DC5E9F1A13}"/>
                </a:ext>
              </a:extLst>
            </p:cNvPr>
            <p:cNvSpPr>
              <a:spLocks/>
            </p:cNvSpPr>
            <p:nvPr/>
          </p:nvSpPr>
          <p:spPr bwMode="auto">
            <a:xfrm>
              <a:off x="14777583" y="3644704"/>
              <a:ext cx="360328" cy="406677"/>
            </a:xfrm>
            <a:custGeom>
              <a:avLst/>
              <a:gdLst>
                <a:gd name="T0" fmla="*/ 0 w 1111406"/>
                <a:gd name="T1" fmla="*/ 0 h 776645"/>
                <a:gd name="T2" fmla="*/ 360865 w 1111406"/>
                <a:gd name="T3" fmla="*/ 0 h 776645"/>
                <a:gd name="T4" fmla="*/ 360865 w 1111406"/>
                <a:gd name="T5" fmla="*/ 406801 h 776645"/>
                <a:gd name="T6" fmla="*/ 0 w 1111406"/>
                <a:gd name="T7" fmla="*/ 406801 h 776645"/>
                <a:gd name="T8" fmla="*/ 0 60000 65536"/>
                <a:gd name="T9" fmla="*/ 0 60000 65536"/>
                <a:gd name="T10" fmla="*/ 0 60000 65536"/>
                <a:gd name="T11" fmla="*/ 0 60000 65536"/>
                <a:gd name="T12" fmla="*/ 0 w 1111406"/>
                <a:gd name="T13" fmla="*/ 0 h 776645"/>
                <a:gd name="T14" fmla="*/ 1111406 w 1111406"/>
                <a:gd name="T15" fmla="*/ 776645 h 776645"/>
              </a:gdLst>
              <a:ahLst/>
              <a:cxnLst>
                <a:cxn ang="T8">
                  <a:pos x="T0" y="T1"/>
                </a:cxn>
                <a:cxn ang="T9">
                  <a:pos x="T2" y="T3"/>
                </a:cxn>
                <a:cxn ang="T10">
                  <a:pos x="T4" y="T5"/>
                </a:cxn>
                <a:cxn ang="T11">
                  <a:pos x="T6" y="T7"/>
                </a:cxn>
              </a:cxnLst>
              <a:rect l="T12" t="T13" r="T14" b="T15"/>
              <a:pathLst>
                <a:path w="1111406" h="776645">
                  <a:moveTo>
                    <a:pt x="0" y="0"/>
                  </a:moveTo>
                  <a:lnTo>
                    <a:pt x="1111407" y="0"/>
                  </a:lnTo>
                  <a:lnTo>
                    <a:pt x="1111407" y="776646"/>
                  </a:lnTo>
                  <a:lnTo>
                    <a:pt x="0" y="776646"/>
                  </a:lnTo>
                  <a:lnTo>
                    <a:pt x="0" y="0"/>
                  </a:lnTo>
                  <a:close/>
                </a:path>
              </a:pathLst>
            </a:custGeom>
            <a:solidFill>
              <a:srgbClr val="0F434A"/>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solidFill>
                    <a:schemeClr val="bg1"/>
                  </a:solidFill>
                </a:rPr>
                <a:t>15</a:t>
              </a:r>
            </a:p>
            <a:p>
              <a:pPr algn="ctr" eaLnBrk="1" hangingPunct="1">
                <a:lnSpc>
                  <a:spcPct val="90000"/>
                </a:lnSpc>
                <a:defRPr/>
              </a:pPr>
              <a:r>
                <a:rPr lang="en-US" altLang="en-US" sz="700">
                  <a:solidFill>
                    <a:schemeClr val="bg1"/>
                  </a:solidFill>
                </a:rPr>
                <a:t>67</a:t>
              </a:r>
            </a:p>
            <a:p>
              <a:pPr algn="ctr" eaLnBrk="1" hangingPunct="1">
                <a:lnSpc>
                  <a:spcPct val="90000"/>
                </a:lnSpc>
                <a:defRPr/>
              </a:pPr>
              <a:r>
                <a:rPr lang="en-US" altLang="en-US" sz="700">
                  <a:solidFill>
                    <a:schemeClr val="bg1"/>
                  </a:solidFill>
                </a:rPr>
                <a:t>74</a:t>
              </a:r>
            </a:p>
          </p:txBody>
        </p:sp>
        <p:sp>
          <p:nvSpPr>
            <p:cNvPr id="1040" name="Forme libre : forme 66">
              <a:extLst>
                <a:ext uri="{FF2B5EF4-FFF2-40B4-BE49-F238E27FC236}">
                  <a16:creationId xmlns:a16="http://schemas.microsoft.com/office/drawing/2014/main" id="{E7A193A4-9CA9-86A3-AAF8-3365AA2140D3}"/>
                </a:ext>
              </a:extLst>
            </p:cNvPr>
            <p:cNvSpPr>
              <a:spLocks/>
            </p:cNvSpPr>
            <p:nvPr/>
          </p:nvSpPr>
          <p:spPr bwMode="auto">
            <a:xfrm>
              <a:off x="14777583" y="3231674"/>
              <a:ext cx="360328" cy="406677"/>
            </a:xfrm>
            <a:custGeom>
              <a:avLst/>
              <a:gdLst>
                <a:gd name="T0" fmla="*/ 0 w 1111406"/>
                <a:gd name="T1" fmla="*/ 0 h 776645"/>
                <a:gd name="T2" fmla="*/ 360865 w 1111406"/>
                <a:gd name="T3" fmla="*/ 0 h 776645"/>
                <a:gd name="T4" fmla="*/ 360865 w 1111406"/>
                <a:gd name="T5" fmla="*/ 406801 h 776645"/>
                <a:gd name="T6" fmla="*/ 0 w 1111406"/>
                <a:gd name="T7" fmla="*/ 406801 h 776645"/>
                <a:gd name="T8" fmla="*/ 0 60000 65536"/>
                <a:gd name="T9" fmla="*/ 0 60000 65536"/>
                <a:gd name="T10" fmla="*/ 0 60000 65536"/>
                <a:gd name="T11" fmla="*/ 0 60000 65536"/>
                <a:gd name="T12" fmla="*/ 0 w 1111406"/>
                <a:gd name="T13" fmla="*/ 0 h 776645"/>
                <a:gd name="T14" fmla="*/ 1111406 w 1111406"/>
                <a:gd name="T15" fmla="*/ 776645 h 776645"/>
              </a:gdLst>
              <a:ahLst/>
              <a:cxnLst>
                <a:cxn ang="T8">
                  <a:pos x="T0" y="T1"/>
                </a:cxn>
                <a:cxn ang="T9">
                  <a:pos x="T2" y="T3"/>
                </a:cxn>
                <a:cxn ang="T10">
                  <a:pos x="T4" y="T5"/>
                </a:cxn>
                <a:cxn ang="T11">
                  <a:pos x="T6" y="T7"/>
                </a:cxn>
              </a:cxnLst>
              <a:rect l="T12" t="T13" r="T14" b="T15"/>
              <a:pathLst>
                <a:path w="1111406" h="776645">
                  <a:moveTo>
                    <a:pt x="0" y="0"/>
                  </a:moveTo>
                  <a:lnTo>
                    <a:pt x="1111407" y="0"/>
                  </a:lnTo>
                  <a:lnTo>
                    <a:pt x="1111407" y="776646"/>
                  </a:lnTo>
                  <a:lnTo>
                    <a:pt x="0" y="776646"/>
                  </a:lnTo>
                  <a:lnTo>
                    <a:pt x="0" y="0"/>
                  </a:lnTo>
                  <a:close/>
                </a:path>
              </a:pathLst>
            </a:custGeom>
            <a:solidFill>
              <a:srgbClr val="0F6A73"/>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solidFill>
                    <a:schemeClr val="bg1"/>
                  </a:solidFill>
                </a:rPr>
                <a:t>15</a:t>
              </a:r>
            </a:p>
            <a:p>
              <a:pPr algn="ctr" eaLnBrk="1" hangingPunct="1">
                <a:lnSpc>
                  <a:spcPct val="90000"/>
                </a:lnSpc>
                <a:defRPr/>
              </a:pPr>
              <a:r>
                <a:rPr lang="en-US" altLang="en-US" sz="700">
                  <a:solidFill>
                    <a:schemeClr val="bg1"/>
                  </a:solidFill>
                </a:rPr>
                <a:t>106</a:t>
              </a:r>
            </a:p>
            <a:p>
              <a:pPr algn="ctr" eaLnBrk="1" hangingPunct="1">
                <a:lnSpc>
                  <a:spcPct val="90000"/>
                </a:lnSpc>
                <a:defRPr/>
              </a:pPr>
              <a:r>
                <a:rPr lang="en-US" altLang="en-US" sz="700">
                  <a:solidFill>
                    <a:schemeClr val="bg1"/>
                  </a:solidFill>
                </a:rPr>
                <a:t>115</a:t>
              </a:r>
            </a:p>
          </p:txBody>
        </p:sp>
        <p:sp>
          <p:nvSpPr>
            <p:cNvPr id="1041" name="Forme libre : forme 67">
              <a:extLst>
                <a:ext uri="{FF2B5EF4-FFF2-40B4-BE49-F238E27FC236}">
                  <a16:creationId xmlns:a16="http://schemas.microsoft.com/office/drawing/2014/main" id="{578B0D4A-B01A-2929-56BC-08E51F7730E1}"/>
                </a:ext>
              </a:extLst>
            </p:cNvPr>
            <p:cNvSpPr>
              <a:spLocks/>
            </p:cNvSpPr>
            <p:nvPr/>
          </p:nvSpPr>
          <p:spPr bwMode="auto">
            <a:xfrm>
              <a:off x="14777583" y="2818643"/>
              <a:ext cx="360328" cy="406677"/>
            </a:xfrm>
            <a:custGeom>
              <a:avLst/>
              <a:gdLst>
                <a:gd name="T0" fmla="*/ 0 w 1111406"/>
                <a:gd name="T1" fmla="*/ 0 h 1111407"/>
                <a:gd name="T2" fmla="*/ 360865 w 1111406"/>
                <a:gd name="T3" fmla="*/ 0 h 1111407"/>
                <a:gd name="T4" fmla="*/ 360865 w 1111406"/>
                <a:gd name="T5" fmla="*/ 406800 h 1111407"/>
                <a:gd name="T6" fmla="*/ 0 w 1111406"/>
                <a:gd name="T7" fmla="*/ 406800 h 1111407"/>
                <a:gd name="T8" fmla="*/ 0 60000 65536"/>
                <a:gd name="T9" fmla="*/ 0 60000 65536"/>
                <a:gd name="T10" fmla="*/ 0 60000 65536"/>
                <a:gd name="T11" fmla="*/ 0 60000 65536"/>
                <a:gd name="T12" fmla="*/ 0 w 1111406"/>
                <a:gd name="T13" fmla="*/ 0 h 1111407"/>
                <a:gd name="T14" fmla="*/ 1111406 w 1111406"/>
                <a:gd name="T15" fmla="*/ 1111407 h 1111407"/>
              </a:gdLst>
              <a:ahLst/>
              <a:cxnLst>
                <a:cxn ang="T8">
                  <a:pos x="T0" y="T1"/>
                </a:cxn>
                <a:cxn ang="T9">
                  <a:pos x="T2" y="T3"/>
                </a:cxn>
                <a:cxn ang="T10">
                  <a:pos x="T4" y="T5"/>
                </a:cxn>
                <a:cxn ang="T11">
                  <a:pos x="T6" y="T7"/>
                </a:cxn>
              </a:cxnLst>
              <a:rect l="T12" t="T13" r="T14" b="T15"/>
              <a:pathLst>
                <a:path w="1111406" h="1111407">
                  <a:moveTo>
                    <a:pt x="0" y="0"/>
                  </a:moveTo>
                  <a:lnTo>
                    <a:pt x="1111407" y="0"/>
                  </a:lnTo>
                  <a:lnTo>
                    <a:pt x="1111407" y="1111407"/>
                  </a:lnTo>
                  <a:lnTo>
                    <a:pt x="0" y="1111407"/>
                  </a:lnTo>
                  <a:lnTo>
                    <a:pt x="0" y="0"/>
                  </a:lnTo>
                  <a:close/>
                </a:path>
              </a:pathLst>
            </a:custGeom>
            <a:solidFill>
              <a:srgbClr val="0F878A"/>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solidFill>
                    <a:schemeClr val="bg1"/>
                  </a:solidFill>
                </a:rPr>
                <a:t>15</a:t>
              </a:r>
            </a:p>
            <a:p>
              <a:pPr algn="ctr" eaLnBrk="1" hangingPunct="1">
                <a:lnSpc>
                  <a:spcPct val="90000"/>
                </a:lnSpc>
                <a:defRPr/>
              </a:pPr>
              <a:r>
                <a:rPr lang="en-US" altLang="en-US" sz="700">
                  <a:solidFill>
                    <a:schemeClr val="bg1"/>
                  </a:solidFill>
                </a:rPr>
                <a:t>135</a:t>
              </a:r>
            </a:p>
            <a:p>
              <a:pPr algn="ctr" eaLnBrk="1" hangingPunct="1">
                <a:lnSpc>
                  <a:spcPct val="90000"/>
                </a:lnSpc>
                <a:defRPr/>
              </a:pPr>
              <a:r>
                <a:rPr lang="en-US" altLang="en-US" sz="700">
                  <a:solidFill>
                    <a:schemeClr val="bg1"/>
                  </a:solidFill>
                </a:rPr>
                <a:t>138</a:t>
              </a:r>
            </a:p>
          </p:txBody>
        </p:sp>
        <p:sp>
          <p:nvSpPr>
            <p:cNvPr id="1042" name="Forme libre : forme 68">
              <a:extLst>
                <a:ext uri="{FF2B5EF4-FFF2-40B4-BE49-F238E27FC236}">
                  <a16:creationId xmlns:a16="http://schemas.microsoft.com/office/drawing/2014/main" id="{D19B8C27-C3C3-E414-0822-E38EBB8310FD}"/>
                </a:ext>
              </a:extLst>
            </p:cNvPr>
            <p:cNvSpPr>
              <a:spLocks/>
            </p:cNvSpPr>
            <p:nvPr/>
          </p:nvSpPr>
          <p:spPr bwMode="auto">
            <a:xfrm>
              <a:off x="14777583" y="2405612"/>
              <a:ext cx="360328" cy="406677"/>
            </a:xfrm>
            <a:custGeom>
              <a:avLst/>
              <a:gdLst>
                <a:gd name="T0" fmla="*/ 0 w 1111406"/>
                <a:gd name="T1" fmla="*/ 0 h 776645"/>
                <a:gd name="T2" fmla="*/ 360865 w 1111406"/>
                <a:gd name="T3" fmla="*/ 0 h 776645"/>
                <a:gd name="T4" fmla="*/ 360865 w 1111406"/>
                <a:gd name="T5" fmla="*/ 406801 h 776645"/>
                <a:gd name="T6" fmla="*/ 0 w 1111406"/>
                <a:gd name="T7" fmla="*/ 406801 h 776645"/>
                <a:gd name="T8" fmla="*/ 0 60000 65536"/>
                <a:gd name="T9" fmla="*/ 0 60000 65536"/>
                <a:gd name="T10" fmla="*/ 0 60000 65536"/>
                <a:gd name="T11" fmla="*/ 0 60000 65536"/>
                <a:gd name="T12" fmla="*/ 0 w 1111406"/>
                <a:gd name="T13" fmla="*/ 0 h 776645"/>
                <a:gd name="T14" fmla="*/ 1111406 w 1111406"/>
                <a:gd name="T15" fmla="*/ 776645 h 776645"/>
              </a:gdLst>
              <a:ahLst/>
              <a:cxnLst>
                <a:cxn ang="T8">
                  <a:pos x="T0" y="T1"/>
                </a:cxn>
                <a:cxn ang="T9">
                  <a:pos x="T2" y="T3"/>
                </a:cxn>
                <a:cxn ang="T10">
                  <a:pos x="T4" y="T5"/>
                </a:cxn>
                <a:cxn ang="T11">
                  <a:pos x="T6" y="T7"/>
                </a:cxn>
              </a:cxnLst>
              <a:rect l="T12" t="T13" r="T14" b="T15"/>
              <a:pathLst>
                <a:path w="1111406" h="776645">
                  <a:moveTo>
                    <a:pt x="0" y="0"/>
                  </a:moveTo>
                  <a:lnTo>
                    <a:pt x="1111407" y="0"/>
                  </a:lnTo>
                  <a:lnTo>
                    <a:pt x="1111407" y="776646"/>
                  </a:lnTo>
                  <a:lnTo>
                    <a:pt x="0" y="776646"/>
                  </a:lnTo>
                  <a:lnTo>
                    <a:pt x="0" y="0"/>
                  </a:lnTo>
                  <a:close/>
                </a:path>
              </a:pathLst>
            </a:custGeom>
            <a:solidFill>
              <a:srgbClr val="00B2A2"/>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t>0</a:t>
              </a:r>
            </a:p>
            <a:p>
              <a:pPr algn="ctr" eaLnBrk="1" hangingPunct="1">
                <a:lnSpc>
                  <a:spcPct val="90000"/>
                </a:lnSpc>
                <a:defRPr/>
              </a:pPr>
              <a:r>
                <a:rPr lang="en-US" altLang="en-US" sz="700"/>
                <a:t>178</a:t>
              </a:r>
            </a:p>
            <a:p>
              <a:pPr algn="ctr" eaLnBrk="1" hangingPunct="1">
                <a:lnSpc>
                  <a:spcPct val="90000"/>
                </a:lnSpc>
                <a:defRPr/>
              </a:pPr>
              <a:r>
                <a:rPr lang="en-US" altLang="en-US" sz="700"/>
                <a:t>162</a:t>
              </a:r>
            </a:p>
          </p:txBody>
        </p:sp>
        <p:sp>
          <p:nvSpPr>
            <p:cNvPr id="1043" name="Forme libre : forme 69">
              <a:extLst>
                <a:ext uri="{FF2B5EF4-FFF2-40B4-BE49-F238E27FC236}">
                  <a16:creationId xmlns:a16="http://schemas.microsoft.com/office/drawing/2014/main" id="{472546FD-6ADA-081A-1136-7FDF70EA4FFD}"/>
                </a:ext>
              </a:extLst>
            </p:cNvPr>
            <p:cNvSpPr>
              <a:spLocks/>
            </p:cNvSpPr>
            <p:nvPr/>
          </p:nvSpPr>
          <p:spPr bwMode="auto">
            <a:xfrm>
              <a:off x="14777583" y="1992581"/>
              <a:ext cx="360328" cy="406677"/>
            </a:xfrm>
            <a:custGeom>
              <a:avLst/>
              <a:gdLst>
                <a:gd name="T0" fmla="*/ 0 w 1111406"/>
                <a:gd name="T1" fmla="*/ 0 h 776645"/>
                <a:gd name="T2" fmla="*/ 360865 w 1111406"/>
                <a:gd name="T3" fmla="*/ 0 h 776645"/>
                <a:gd name="T4" fmla="*/ 360865 w 1111406"/>
                <a:gd name="T5" fmla="*/ 406801 h 776645"/>
                <a:gd name="T6" fmla="*/ 0 w 1111406"/>
                <a:gd name="T7" fmla="*/ 406801 h 776645"/>
                <a:gd name="T8" fmla="*/ 0 60000 65536"/>
                <a:gd name="T9" fmla="*/ 0 60000 65536"/>
                <a:gd name="T10" fmla="*/ 0 60000 65536"/>
                <a:gd name="T11" fmla="*/ 0 60000 65536"/>
                <a:gd name="T12" fmla="*/ 0 w 1111406"/>
                <a:gd name="T13" fmla="*/ 0 h 776645"/>
                <a:gd name="T14" fmla="*/ 1111406 w 1111406"/>
                <a:gd name="T15" fmla="*/ 776645 h 776645"/>
              </a:gdLst>
              <a:ahLst/>
              <a:cxnLst>
                <a:cxn ang="T8">
                  <a:pos x="T0" y="T1"/>
                </a:cxn>
                <a:cxn ang="T9">
                  <a:pos x="T2" y="T3"/>
                </a:cxn>
                <a:cxn ang="T10">
                  <a:pos x="T4" y="T5"/>
                </a:cxn>
                <a:cxn ang="T11">
                  <a:pos x="T6" y="T7"/>
                </a:cxn>
              </a:cxnLst>
              <a:rect l="T12" t="T13" r="T14" b="T15"/>
              <a:pathLst>
                <a:path w="1111406" h="776645">
                  <a:moveTo>
                    <a:pt x="0" y="0"/>
                  </a:moveTo>
                  <a:lnTo>
                    <a:pt x="1111407" y="0"/>
                  </a:lnTo>
                  <a:lnTo>
                    <a:pt x="1111407" y="776646"/>
                  </a:lnTo>
                  <a:lnTo>
                    <a:pt x="0" y="776646"/>
                  </a:lnTo>
                  <a:lnTo>
                    <a:pt x="0" y="0"/>
                  </a:lnTo>
                  <a:close/>
                </a:path>
              </a:pathLst>
            </a:custGeom>
            <a:solidFill>
              <a:srgbClr val="00E0CB"/>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t>0</a:t>
              </a:r>
            </a:p>
            <a:p>
              <a:pPr algn="ctr" eaLnBrk="1" hangingPunct="1">
                <a:lnSpc>
                  <a:spcPct val="90000"/>
                </a:lnSpc>
                <a:defRPr/>
              </a:pPr>
              <a:r>
                <a:rPr lang="en-US" altLang="en-US" sz="700"/>
                <a:t>244</a:t>
              </a:r>
            </a:p>
            <a:p>
              <a:pPr algn="ctr" eaLnBrk="1" hangingPunct="1">
                <a:lnSpc>
                  <a:spcPct val="90000"/>
                </a:lnSpc>
                <a:defRPr/>
              </a:pPr>
              <a:r>
                <a:rPr lang="en-US" altLang="en-US" sz="700"/>
                <a:t>203</a:t>
              </a:r>
            </a:p>
          </p:txBody>
        </p:sp>
        <p:sp>
          <p:nvSpPr>
            <p:cNvPr id="1044" name="Forme libre : forme 70">
              <a:extLst>
                <a:ext uri="{FF2B5EF4-FFF2-40B4-BE49-F238E27FC236}">
                  <a16:creationId xmlns:a16="http://schemas.microsoft.com/office/drawing/2014/main" id="{45B7F50B-69A8-1219-E852-7F6033D79A78}"/>
                </a:ext>
              </a:extLst>
            </p:cNvPr>
            <p:cNvSpPr>
              <a:spLocks/>
            </p:cNvSpPr>
            <p:nvPr/>
          </p:nvSpPr>
          <p:spPr bwMode="auto">
            <a:xfrm>
              <a:off x="14041053" y="3644704"/>
              <a:ext cx="360328" cy="406677"/>
            </a:xfrm>
            <a:custGeom>
              <a:avLst/>
              <a:gdLst>
                <a:gd name="T0" fmla="*/ 0 w 1111406"/>
                <a:gd name="T1" fmla="*/ 0 h 776645"/>
                <a:gd name="T2" fmla="*/ 360865 w 1111406"/>
                <a:gd name="T3" fmla="*/ 0 h 776645"/>
                <a:gd name="T4" fmla="*/ 360865 w 1111406"/>
                <a:gd name="T5" fmla="*/ 406801 h 776645"/>
                <a:gd name="T6" fmla="*/ 0 w 1111406"/>
                <a:gd name="T7" fmla="*/ 406801 h 776645"/>
                <a:gd name="T8" fmla="*/ 0 60000 65536"/>
                <a:gd name="T9" fmla="*/ 0 60000 65536"/>
                <a:gd name="T10" fmla="*/ 0 60000 65536"/>
                <a:gd name="T11" fmla="*/ 0 60000 65536"/>
                <a:gd name="T12" fmla="*/ 0 w 1111406"/>
                <a:gd name="T13" fmla="*/ 0 h 776645"/>
                <a:gd name="T14" fmla="*/ 1111406 w 1111406"/>
                <a:gd name="T15" fmla="*/ 776645 h 776645"/>
              </a:gdLst>
              <a:ahLst/>
              <a:cxnLst>
                <a:cxn ang="T8">
                  <a:pos x="T0" y="T1"/>
                </a:cxn>
                <a:cxn ang="T9">
                  <a:pos x="T2" y="T3"/>
                </a:cxn>
                <a:cxn ang="T10">
                  <a:pos x="T4" y="T5"/>
                </a:cxn>
                <a:cxn ang="T11">
                  <a:pos x="T6" y="T7"/>
                </a:cxn>
              </a:cxnLst>
              <a:rect l="T12" t="T13" r="T14" b="T15"/>
              <a:pathLst>
                <a:path w="1111406" h="776645">
                  <a:moveTo>
                    <a:pt x="0" y="0"/>
                  </a:moveTo>
                  <a:lnTo>
                    <a:pt x="1111407" y="0"/>
                  </a:lnTo>
                  <a:lnTo>
                    <a:pt x="1111407" y="776646"/>
                  </a:lnTo>
                  <a:lnTo>
                    <a:pt x="0" y="776646"/>
                  </a:lnTo>
                  <a:lnTo>
                    <a:pt x="0" y="0"/>
                  </a:lnTo>
                  <a:close/>
                </a:path>
              </a:pathLst>
            </a:custGeom>
            <a:solidFill>
              <a:srgbClr val="178036"/>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solidFill>
                    <a:schemeClr val="bg1"/>
                  </a:solidFill>
                </a:rPr>
                <a:t>23</a:t>
              </a:r>
            </a:p>
            <a:p>
              <a:pPr algn="ctr" eaLnBrk="1" hangingPunct="1">
                <a:lnSpc>
                  <a:spcPct val="90000"/>
                </a:lnSpc>
                <a:defRPr/>
              </a:pPr>
              <a:r>
                <a:rPr lang="en-US" altLang="en-US" sz="700">
                  <a:solidFill>
                    <a:schemeClr val="bg1"/>
                  </a:solidFill>
                </a:rPr>
                <a:t>128</a:t>
              </a:r>
            </a:p>
            <a:p>
              <a:pPr algn="ctr" eaLnBrk="1" hangingPunct="1">
                <a:lnSpc>
                  <a:spcPct val="90000"/>
                </a:lnSpc>
                <a:defRPr/>
              </a:pPr>
              <a:r>
                <a:rPr lang="en-US" altLang="en-US" sz="700">
                  <a:solidFill>
                    <a:schemeClr val="bg1"/>
                  </a:solidFill>
                </a:rPr>
                <a:t>54</a:t>
              </a:r>
            </a:p>
          </p:txBody>
        </p:sp>
        <p:sp>
          <p:nvSpPr>
            <p:cNvPr id="1045" name="Forme libre : forme 71">
              <a:extLst>
                <a:ext uri="{FF2B5EF4-FFF2-40B4-BE49-F238E27FC236}">
                  <a16:creationId xmlns:a16="http://schemas.microsoft.com/office/drawing/2014/main" id="{0CB44A75-37DE-8FB1-F9FD-037A4F4783EE}"/>
                </a:ext>
              </a:extLst>
            </p:cNvPr>
            <p:cNvSpPr>
              <a:spLocks/>
            </p:cNvSpPr>
            <p:nvPr/>
          </p:nvSpPr>
          <p:spPr bwMode="auto">
            <a:xfrm>
              <a:off x="14041053" y="3231674"/>
              <a:ext cx="360328" cy="406677"/>
            </a:xfrm>
            <a:custGeom>
              <a:avLst/>
              <a:gdLst>
                <a:gd name="T0" fmla="*/ 0 w 1111406"/>
                <a:gd name="T1" fmla="*/ 0 h 776645"/>
                <a:gd name="T2" fmla="*/ 360865 w 1111406"/>
                <a:gd name="T3" fmla="*/ 0 h 776645"/>
                <a:gd name="T4" fmla="*/ 360865 w 1111406"/>
                <a:gd name="T5" fmla="*/ 406801 h 776645"/>
                <a:gd name="T6" fmla="*/ 0 w 1111406"/>
                <a:gd name="T7" fmla="*/ 406801 h 776645"/>
                <a:gd name="T8" fmla="*/ 0 60000 65536"/>
                <a:gd name="T9" fmla="*/ 0 60000 65536"/>
                <a:gd name="T10" fmla="*/ 0 60000 65536"/>
                <a:gd name="T11" fmla="*/ 0 60000 65536"/>
                <a:gd name="T12" fmla="*/ 0 w 1111406"/>
                <a:gd name="T13" fmla="*/ 0 h 776645"/>
                <a:gd name="T14" fmla="*/ 1111406 w 1111406"/>
                <a:gd name="T15" fmla="*/ 776645 h 776645"/>
              </a:gdLst>
              <a:ahLst/>
              <a:cxnLst>
                <a:cxn ang="T8">
                  <a:pos x="T0" y="T1"/>
                </a:cxn>
                <a:cxn ang="T9">
                  <a:pos x="T2" y="T3"/>
                </a:cxn>
                <a:cxn ang="T10">
                  <a:pos x="T4" y="T5"/>
                </a:cxn>
                <a:cxn ang="T11">
                  <a:pos x="T6" y="T7"/>
                </a:cxn>
              </a:cxnLst>
              <a:rect l="T12" t="T13" r="T14" b="T15"/>
              <a:pathLst>
                <a:path w="1111406" h="776645">
                  <a:moveTo>
                    <a:pt x="0" y="0"/>
                  </a:moveTo>
                  <a:lnTo>
                    <a:pt x="1111407" y="0"/>
                  </a:lnTo>
                  <a:lnTo>
                    <a:pt x="1111407" y="776646"/>
                  </a:lnTo>
                  <a:lnTo>
                    <a:pt x="0" y="776646"/>
                  </a:lnTo>
                  <a:lnTo>
                    <a:pt x="0" y="0"/>
                  </a:lnTo>
                  <a:close/>
                </a:path>
              </a:pathLst>
            </a:custGeom>
            <a:solidFill>
              <a:srgbClr val="178C3D"/>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solidFill>
                    <a:schemeClr val="bg1"/>
                  </a:solidFill>
                </a:rPr>
                <a:t>23</a:t>
              </a:r>
            </a:p>
            <a:p>
              <a:pPr algn="ctr" eaLnBrk="1" hangingPunct="1">
                <a:lnSpc>
                  <a:spcPct val="90000"/>
                </a:lnSpc>
                <a:defRPr/>
              </a:pPr>
              <a:r>
                <a:rPr lang="en-US" altLang="en-US" sz="700">
                  <a:solidFill>
                    <a:schemeClr val="bg1"/>
                  </a:solidFill>
                </a:rPr>
                <a:t>140</a:t>
              </a:r>
            </a:p>
            <a:p>
              <a:pPr algn="ctr" eaLnBrk="1" hangingPunct="1">
                <a:lnSpc>
                  <a:spcPct val="90000"/>
                </a:lnSpc>
                <a:defRPr/>
              </a:pPr>
              <a:r>
                <a:rPr lang="en-US" altLang="en-US" sz="700">
                  <a:solidFill>
                    <a:schemeClr val="bg1"/>
                  </a:solidFill>
                </a:rPr>
                <a:t>61</a:t>
              </a:r>
            </a:p>
          </p:txBody>
        </p:sp>
        <p:sp>
          <p:nvSpPr>
            <p:cNvPr id="1046" name="Forme libre : forme 72">
              <a:extLst>
                <a:ext uri="{FF2B5EF4-FFF2-40B4-BE49-F238E27FC236}">
                  <a16:creationId xmlns:a16="http://schemas.microsoft.com/office/drawing/2014/main" id="{41EA90A6-54FB-B319-0DD1-6F5D81157890}"/>
                </a:ext>
              </a:extLst>
            </p:cNvPr>
            <p:cNvSpPr>
              <a:spLocks/>
            </p:cNvSpPr>
            <p:nvPr/>
          </p:nvSpPr>
          <p:spPr bwMode="auto">
            <a:xfrm>
              <a:off x="14041053" y="2818643"/>
              <a:ext cx="360328" cy="406677"/>
            </a:xfrm>
            <a:custGeom>
              <a:avLst/>
              <a:gdLst>
                <a:gd name="T0" fmla="*/ 0 w 1111406"/>
                <a:gd name="T1" fmla="*/ 0 h 1111407"/>
                <a:gd name="T2" fmla="*/ 360865 w 1111406"/>
                <a:gd name="T3" fmla="*/ 0 h 1111407"/>
                <a:gd name="T4" fmla="*/ 360865 w 1111406"/>
                <a:gd name="T5" fmla="*/ 406800 h 1111407"/>
                <a:gd name="T6" fmla="*/ 0 w 1111406"/>
                <a:gd name="T7" fmla="*/ 406800 h 1111407"/>
                <a:gd name="T8" fmla="*/ 0 60000 65536"/>
                <a:gd name="T9" fmla="*/ 0 60000 65536"/>
                <a:gd name="T10" fmla="*/ 0 60000 65536"/>
                <a:gd name="T11" fmla="*/ 0 60000 65536"/>
                <a:gd name="T12" fmla="*/ 0 w 1111406"/>
                <a:gd name="T13" fmla="*/ 0 h 1111407"/>
                <a:gd name="T14" fmla="*/ 1111406 w 1111406"/>
                <a:gd name="T15" fmla="*/ 1111407 h 1111407"/>
              </a:gdLst>
              <a:ahLst/>
              <a:cxnLst>
                <a:cxn ang="T8">
                  <a:pos x="T0" y="T1"/>
                </a:cxn>
                <a:cxn ang="T9">
                  <a:pos x="T2" y="T3"/>
                </a:cxn>
                <a:cxn ang="T10">
                  <a:pos x="T4" y="T5"/>
                </a:cxn>
                <a:cxn ang="T11">
                  <a:pos x="T6" y="T7"/>
                </a:cxn>
              </a:cxnLst>
              <a:rect l="T12" t="T13" r="T14" b="T15"/>
              <a:pathLst>
                <a:path w="1111406" h="1111407">
                  <a:moveTo>
                    <a:pt x="0" y="0"/>
                  </a:moveTo>
                  <a:lnTo>
                    <a:pt x="1111407" y="0"/>
                  </a:lnTo>
                  <a:lnTo>
                    <a:pt x="1111407" y="1111407"/>
                  </a:lnTo>
                  <a:lnTo>
                    <a:pt x="0" y="1111407"/>
                  </a:lnTo>
                  <a:lnTo>
                    <a:pt x="0" y="0"/>
                  </a:lnTo>
                  <a:close/>
                </a:path>
              </a:pathLst>
            </a:custGeom>
            <a:solidFill>
              <a:srgbClr val="2EA657"/>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t>46</a:t>
              </a:r>
            </a:p>
            <a:p>
              <a:pPr algn="ctr" eaLnBrk="1" hangingPunct="1">
                <a:lnSpc>
                  <a:spcPct val="90000"/>
                </a:lnSpc>
                <a:defRPr/>
              </a:pPr>
              <a:r>
                <a:rPr lang="en-US" altLang="en-US" sz="700"/>
                <a:t>166</a:t>
              </a:r>
            </a:p>
            <a:p>
              <a:pPr algn="ctr" eaLnBrk="1" hangingPunct="1">
                <a:lnSpc>
                  <a:spcPct val="90000"/>
                </a:lnSpc>
                <a:defRPr/>
              </a:pPr>
              <a:r>
                <a:rPr lang="en-US" altLang="en-US" sz="700"/>
                <a:t>87</a:t>
              </a:r>
            </a:p>
          </p:txBody>
        </p:sp>
        <p:sp>
          <p:nvSpPr>
            <p:cNvPr id="1047" name="Forme libre : forme 73">
              <a:extLst>
                <a:ext uri="{FF2B5EF4-FFF2-40B4-BE49-F238E27FC236}">
                  <a16:creationId xmlns:a16="http://schemas.microsoft.com/office/drawing/2014/main" id="{B45EF68E-229F-1C5B-AA41-EA683EE86D1F}"/>
                </a:ext>
              </a:extLst>
            </p:cNvPr>
            <p:cNvSpPr>
              <a:spLocks/>
            </p:cNvSpPr>
            <p:nvPr/>
          </p:nvSpPr>
          <p:spPr bwMode="auto">
            <a:xfrm>
              <a:off x="14041053" y="2405612"/>
              <a:ext cx="360328" cy="406677"/>
            </a:xfrm>
            <a:custGeom>
              <a:avLst/>
              <a:gdLst>
                <a:gd name="T0" fmla="*/ 0 w 1111406"/>
                <a:gd name="T1" fmla="*/ 0 h 776645"/>
                <a:gd name="T2" fmla="*/ 360865 w 1111406"/>
                <a:gd name="T3" fmla="*/ 0 h 776645"/>
                <a:gd name="T4" fmla="*/ 360865 w 1111406"/>
                <a:gd name="T5" fmla="*/ 406801 h 776645"/>
                <a:gd name="T6" fmla="*/ 0 w 1111406"/>
                <a:gd name="T7" fmla="*/ 406801 h 776645"/>
                <a:gd name="T8" fmla="*/ 0 60000 65536"/>
                <a:gd name="T9" fmla="*/ 0 60000 65536"/>
                <a:gd name="T10" fmla="*/ 0 60000 65536"/>
                <a:gd name="T11" fmla="*/ 0 60000 65536"/>
                <a:gd name="T12" fmla="*/ 0 w 1111406"/>
                <a:gd name="T13" fmla="*/ 0 h 776645"/>
                <a:gd name="T14" fmla="*/ 1111406 w 1111406"/>
                <a:gd name="T15" fmla="*/ 776645 h 776645"/>
              </a:gdLst>
              <a:ahLst/>
              <a:cxnLst>
                <a:cxn ang="T8">
                  <a:pos x="T0" y="T1"/>
                </a:cxn>
                <a:cxn ang="T9">
                  <a:pos x="T2" y="T3"/>
                </a:cxn>
                <a:cxn ang="T10">
                  <a:pos x="T4" y="T5"/>
                </a:cxn>
                <a:cxn ang="T11">
                  <a:pos x="T6" y="T7"/>
                </a:cxn>
              </a:cxnLst>
              <a:rect l="T12" t="T13" r="T14" b="T15"/>
              <a:pathLst>
                <a:path w="1111406" h="776645">
                  <a:moveTo>
                    <a:pt x="0" y="0"/>
                  </a:moveTo>
                  <a:lnTo>
                    <a:pt x="1111407" y="0"/>
                  </a:lnTo>
                  <a:lnTo>
                    <a:pt x="1111407" y="776646"/>
                  </a:lnTo>
                  <a:lnTo>
                    <a:pt x="0" y="776646"/>
                  </a:lnTo>
                  <a:lnTo>
                    <a:pt x="0" y="0"/>
                  </a:lnTo>
                  <a:close/>
                </a:path>
              </a:pathLst>
            </a:custGeom>
            <a:solidFill>
              <a:srgbClr val="33B569"/>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t>51</a:t>
              </a:r>
            </a:p>
            <a:p>
              <a:pPr algn="ctr" eaLnBrk="1" hangingPunct="1">
                <a:lnSpc>
                  <a:spcPct val="90000"/>
                </a:lnSpc>
                <a:defRPr/>
              </a:pPr>
              <a:r>
                <a:rPr lang="en-US" altLang="en-US" sz="700"/>
                <a:t>181</a:t>
              </a:r>
            </a:p>
            <a:p>
              <a:pPr algn="ctr" eaLnBrk="1" hangingPunct="1">
                <a:lnSpc>
                  <a:spcPct val="90000"/>
                </a:lnSpc>
                <a:defRPr/>
              </a:pPr>
              <a:r>
                <a:rPr lang="en-US" altLang="en-US" sz="700"/>
                <a:t>105</a:t>
              </a:r>
            </a:p>
          </p:txBody>
        </p:sp>
        <p:sp>
          <p:nvSpPr>
            <p:cNvPr id="1048" name="Forme libre : forme 74">
              <a:extLst>
                <a:ext uri="{FF2B5EF4-FFF2-40B4-BE49-F238E27FC236}">
                  <a16:creationId xmlns:a16="http://schemas.microsoft.com/office/drawing/2014/main" id="{35130BE7-B38B-9EDE-620F-1A83E9D2BE3A}"/>
                </a:ext>
              </a:extLst>
            </p:cNvPr>
            <p:cNvSpPr>
              <a:spLocks/>
            </p:cNvSpPr>
            <p:nvPr/>
          </p:nvSpPr>
          <p:spPr bwMode="auto">
            <a:xfrm>
              <a:off x="14041053" y="1992581"/>
              <a:ext cx="360328" cy="406677"/>
            </a:xfrm>
            <a:custGeom>
              <a:avLst/>
              <a:gdLst>
                <a:gd name="T0" fmla="*/ 0 w 1111406"/>
                <a:gd name="T1" fmla="*/ 0 h 776645"/>
                <a:gd name="T2" fmla="*/ 360865 w 1111406"/>
                <a:gd name="T3" fmla="*/ 0 h 776645"/>
                <a:gd name="T4" fmla="*/ 360865 w 1111406"/>
                <a:gd name="T5" fmla="*/ 406801 h 776645"/>
                <a:gd name="T6" fmla="*/ 0 w 1111406"/>
                <a:gd name="T7" fmla="*/ 406801 h 776645"/>
                <a:gd name="T8" fmla="*/ 0 60000 65536"/>
                <a:gd name="T9" fmla="*/ 0 60000 65536"/>
                <a:gd name="T10" fmla="*/ 0 60000 65536"/>
                <a:gd name="T11" fmla="*/ 0 60000 65536"/>
                <a:gd name="T12" fmla="*/ 0 w 1111406"/>
                <a:gd name="T13" fmla="*/ 0 h 776645"/>
                <a:gd name="T14" fmla="*/ 1111406 w 1111406"/>
                <a:gd name="T15" fmla="*/ 776645 h 776645"/>
              </a:gdLst>
              <a:ahLst/>
              <a:cxnLst>
                <a:cxn ang="T8">
                  <a:pos x="T0" y="T1"/>
                </a:cxn>
                <a:cxn ang="T9">
                  <a:pos x="T2" y="T3"/>
                </a:cxn>
                <a:cxn ang="T10">
                  <a:pos x="T4" y="T5"/>
                </a:cxn>
                <a:cxn ang="T11">
                  <a:pos x="T6" y="T7"/>
                </a:cxn>
              </a:cxnLst>
              <a:rect l="T12" t="T13" r="T14" b="T15"/>
              <a:pathLst>
                <a:path w="1111406" h="776645">
                  <a:moveTo>
                    <a:pt x="0" y="0"/>
                  </a:moveTo>
                  <a:lnTo>
                    <a:pt x="1111407" y="0"/>
                  </a:lnTo>
                  <a:lnTo>
                    <a:pt x="1111407" y="776646"/>
                  </a:lnTo>
                  <a:lnTo>
                    <a:pt x="0" y="776646"/>
                  </a:lnTo>
                  <a:lnTo>
                    <a:pt x="0" y="0"/>
                  </a:lnTo>
                  <a:close/>
                </a:path>
              </a:pathLst>
            </a:custGeom>
            <a:solidFill>
              <a:srgbClr val="57CF80"/>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endParaRPr lang="en-US" altLang="en-US" sz="700"/>
            </a:p>
            <a:p>
              <a:pPr algn="ctr" eaLnBrk="1" hangingPunct="1">
                <a:lnSpc>
                  <a:spcPct val="90000"/>
                </a:lnSpc>
                <a:defRPr/>
              </a:pPr>
              <a:r>
                <a:rPr lang="en-US" altLang="en-US" sz="700"/>
                <a:t>87</a:t>
              </a:r>
            </a:p>
            <a:p>
              <a:pPr algn="ctr" eaLnBrk="1" hangingPunct="1">
                <a:lnSpc>
                  <a:spcPct val="90000"/>
                </a:lnSpc>
                <a:defRPr/>
              </a:pPr>
              <a:r>
                <a:rPr lang="en-US" altLang="en-US" sz="700"/>
                <a:t>207</a:t>
              </a:r>
            </a:p>
            <a:p>
              <a:pPr algn="ctr" eaLnBrk="1" hangingPunct="1">
                <a:lnSpc>
                  <a:spcPct val="90000"/>
                </a:lnSpc>
                <a:defRPr/>
              </a:pPr>
              <a:r>
                <a:rPr lang="en-US" altLang="en-US" sz="700"/>
                <a:t>128</a:t>
              </a:r>
            </a:p>
            <a:p>
              <a:pPr algn="ctr" eaLnBrk="1" hangingPunct="1">
                <a:lnSpc>
                  <a:spcPct val="90000"/>
                </a:lnSpc>
                <a:defRPr/>
              </a:pPr>
              <a:endParaRPr lang="en-US" altLang="en-US" sz="700"/>
            </a:p>
          </p:txBody>
        </p:sp>
        <p:sp>
          <p:nvSpPr>
            <p:cNvPr id="1049" name="Forme libre : forme 75">
              <a:extLst>
                <a:ext uri="{FF2B5EF4-FFF2-40B4-BE49-F238E27FC236}">
                  <a16:creationId xmlns:a16="http://schemas.microsoft.com/office/drawing/2014/main" id="{C4ED0B40-B2F0-1826-3AEA-DD82D1915F28}"/>
                </a:ext>
              </a:extLst>
            </p:cNvPr>
            <p:cNvSpPr>
              <a:spLocks/>
            </p:cNvSpPr>
            <p:nvPr/>
          </p:nvSpPr>
          <p:spPr bwMode="auto">
            <a:xfrm>
              <a:off x="15145848" y="3644704"/>
              <a:ext cx="360328" cy="406677"/>
            </a:xfrm>
            <a:custGeom>
              <a:avLst/>
              <a:gdLst>
                <a:gd name="T0" fmla="*/ 0 w 1111406"/>
                <a:gd name="T1" fmla="*/ 0 h 776645"/>
                <a:gd name="T2" fmla="*/ 360865 w 1111406"/>
                <a:gd name="T3" fmla="*/ 0 h 776645"/>
                <a:gd name="T4" fmla="*/ 360865 w 1111406"/>
                <a:gd name="T5" fmla="*/ 406801 h 776645"/>
                <a:gd name="T6" fmla="*/ 0 w 1111406"/>
                <a:gd name="T7" fmla="*/ 406801 h 776645"/>
                <a:gd name="T8" fmla="*/ 0 60000 65536"/>
                <a:gd name="T9" fmla="*/ 0 60000 65536"/>
                <a:gd name="T10" fmla="*/ 0 60000 65536"/>
                <a:gd name="T11" fmla="*/ 0 60000 65536"/>
                <a:gd name="T12" fmla="*/ 0 w 1111406"/>
                <a:gd name="T13" fmla="*/ 0 h 776645"/>
                <a:gd name="T14" fmla="*/ 1111406 w 1111406"/>
                <a:gd name="T15" fmla="*/ 776645 h 776645"/>
              </a:gdLst>
              <a:ahLst/>
              <a:cxnLst>
                <a:cxn ang="T8">
                  <a:pos x="T0" y="T1"/>
                </a:cxn>
                <a:cxn ang="T9">
                  <a:pos x="T2" y="T3"/>
                </a:cxn>
                <a:cxn ang="T10">
                  <a:pos x="T4" y="T5"/>
                </a:cxn>
                <a:cxn ang="T11">
                  <a:pos x="T6" y="T7"/>
                </a:cxn>
              </a:cxnLst>
              <a:rect l="T12" t="T13" r="T14" b="T15"/>
              <a:pathLst>
                <a:path w="1111406" h="776645">
                  <a:moveTo>
                    <a:pt x="0" y="0"/>
                  </a:moveTo>
                  <a:lnTo>
                    <a:pt x="1111407" y="0"/>
                  </a:lnTo>
                  <a:lnTo>
                    <a:pt x="1111407" y="776646"/>
                  </a:lnTo>
                  <a:lnTo>
                    <a:pt x="0" y="776646"/>
                  </a:lnTo>
                  <a:lnTo>
                    <a:pt x="0" y="0"/>
                  </a:lnTo>
                  <a:close/>
                </a:path>
              </a:pathLst>
            </a:custGeom>
            <a:solidFill>
              <a:srgbClr val="173340"/>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solidFill>
                    <a:schemeClr val="bg1"/>
                  </a:solidFill>
                </a:rPr>
                <a:t>23</a:t>
              </a:r>
            </a:p>
            <a:p>
              <a:pPr algn="ctr" eaLnBrk="1" hangingPunct="1">
                <a:lnSpc>
                  <a:spcPct val="90000"/>
                </a:lnSpc>
                <a:defRPr/>
              </a:pPr>
              <a:r>
                <a:rPr lang="en-US" altLang="en-US" sz="700">
                  <a:solidFill>
                    <a:schemeClr val="bg1"/>
                  </a:solidFill>
                </a:rPr>
                <a:t>51</a:t>
              </a:r>
            </a:p>
            <a:p>
              <a:pPr algn="ctr" eaLnBrk="1" hangingPunct="1">
                <a:lnSpc>
                  <a:spcPct val="90000"/>
                </a:lnSpc>
                <a:defRPr/>
              </a:pPr>
              <a:r>
                <a:rPr lang="en-US" altLang="en-US" sz="700">
                  <a:solidFill>
                    <a:schemeClr val="bg1"/>
                  </a:solidFill>
                </a:rPr>
                <a:t>64</a:t>
              </a:r>
            </a:p>
          </p:txBody>
        </p:sp>
        <p:sp>
          <p:nvSpPr>
            <p:cNvPr id="1050" name="Forme libre : forme 76">
              <a:extLst>
                <a:ext uri="{FF2B5EF4-FFF2-40B4-BE49-F238E27FC236}">
                  <a16:creationId xmlns:a16="http://schemas.microsoft.com/office/drawing/2014/main" id="{5FFB6851-D10E-46F7-B170-279A69538DE3}"/>
                </a:ext>
              </a:extLst>
            </p:cNvPr>
            <p:cNvSpPr>
              <a:spLocks/>
            </p:cNvSpPr>
            <p:nvPr/>
          </p:nvSpPr>
          <p:spPr bwMode="auto">
            <a:xfrm>
              <a:off x="15145848" y="3231674"/>
              <a:ext cx="360328" cy="406677"/>
            </a:xfrm>
            <a:custGeom>
              <a:avLst/>
              <a:gdLst>
                <a:gd name="T0" fmla="*/ 0 w 1111406"/>
                <a:gd name="T1" fmla="*/ 0 h 776645"/>
                <a:gd name="T2" fmla="*/ 360865 w 1111406"/>
                <a:gd name="T3" fmla="*/ 0 h 776645"/>
                <a:gd name="T4" fmla="*/ 360865 w 1111406"/>
                <a:gd name="T5" fmla="*/ 406801 h 776645"/>
                <a:gd name="T6" fmla="*/ 0 w 1111406"/>
                <a:gd name="T7" fmla="*/ 406801 h 776645"/>
                <a:gd name="T8" fmla="*/ 0 60000 65536"/>
                <a:gd name="T9" fmla="*/ 0 60000 65536"/>
                <a:gd name="T10" fmla="*/ 0 60000 65536"/>
                <a:gd name="T11" fmla="*/ 0 60000 65536"/>
                <a:gd name="T12" fmla="*/ 0 w 1111406"/>
                <a:gd name="T13" fmla="*/ 0 h 776645"/>
                <a:gd name="T14" fmla="*/ 1111406 w 1111406"/>
                <a:gd name="T15" fmla="*/ 776645 h 776645"/>
              </a:gdLst>
              <a:ahLst/>
              <a:cxnLst>
                <a:cxn ang="T8">
                  <a:pos x="T0" y="T1"/>
                </a:cxn>
                <a:cxn ang="T9">
                  <a:pos x="T2" y="T3"/>
                </a:cxn>
                <a:cxn ang="T10">
                  <a:pos x="T4" y="T5"/>
                </a:cxn>
                <a:cxn ang="T11">
                  <a:pos x="T6" y="T7"/>
                </a:cxn>
              </a:cxnLst>
              <a:rect l="T12" t="T13" r="T14" b="T15"/>
              <a:pathLst>
                <a:path w="1111406" h="776645">
                  <a:moveTo>
                    <a:pt x="0" y="0"/>
                  </a:moveTo>
                  <a:lnTo>
                    <a:pt x="1111407" y="0"/>
                  </a:lnTo>
                  <a:lnTo>
                    <a:pt x="1111407" y="776646"/>
                  </a:lnTo>
                  <a:lnTo>
                    <a:pt x="0" y="776646"/>
                  </a:lnTo>
                  <a:lnTo>
                    <a:pt x="0" y="0"/>
                  </a:lnTo>
                  <a:close/>
                </a:path>
              </a:pathLst>
            </a:custGeom>
            <a:solidFill>
              <a:srgbClr val="214554"/>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solidFill>
                    <a:schemeClr val="bg1"/>
                  </a:solidFill>
                </a:rPr>
                <a:t>33</a:t>
              </a:r>
            </a:p>
            <a:p>
              <a:pPr algn="ctr" eaLnBrk="1" hangingPunct="1">
                <a:lnSpc>
                  <a:spcPct val="90000"/>
                </a:lnSpc>
                <a:defRPr/>
              </a:pPr>
              <a:r>
                <a:rPr lang="en-US" altLang="en-US" sz="700">
                  <a:solidFill>
                    <a:schemeClr val="bg1"/>
                  </a:solidFill>
                </a:rPr>
                <a:t>69</a:t>
              </a:r>
            </a:p>
            <a:p>
              <a:pPr algn="ctr" eaLnBrk="1" hangingPunct="1">
                <a:lnSpc>
                  <a:spcPct val="90000"/>
                </a:lnSpc>
                <a:defRPr/>
              </a:pPr>
              <a:r>
                <a:rPr lang="en-US" altLang="en-US" sz="700">
                  <a:solidFill>
                    <a:schemeClr val="bg1"/>
                  </a:solidFill>
                </a:rPr>
                <a:t>84</a:t>
              </a:r>
            </a:p>
          </p:txBody>
        </p:sp>
        <p:sp>
          <p:nvSpPr>
            <p:cNvPr id="1051" name="Forme libre : forme 77">
              <a:extLst>
                <a:ext uri="{FF2B5EF4-FFF2-40B4-BE49-F238E27FC236}">
                  <a16:creationId xmlns:a16="http://schemas.microsoft.com/office/drawing/2014/main" id="{B63D3472-A367-6398-F952-96054D54E1CC}"/>
                </a:ext>
              </a:extLst>
            </p:cNvPr>
            <p:cNvSpPr>
              <a:spLocks/>
            </p:cNvSpPr>
            <p:nvPr/>
          </p:nvSpPr>
          <p:spPr bwMode="auto">
            <a:xfrm>
              <a:off x="15145848" y="2818643"/>
              <a:ext cx="360328" cy="406677"/>
            </a:xfrm>
            <a:custGeom>
              <a:avLst/>
              <a:gdLst>
                <a:gd name="T0" fmla="*/ 0 w 1111406"/>
                <a:gd name="T1" fmla="*/ 0 h 1111407"/>
                <a:gd name="T2" fmla="*/ 360865 w 1111406"/>
                <a:gd name="T3" fmla="*/ 0 h 1111407"/>
                <a:gd name="T4" fmla="*/ 360865 w 1111406"/>
                <a:gd name="T5" fmla="*/ 406800 h 1111407"/>
                <a:gd name="T6" fmla="*/ 0 w 1111406"/>
                <a:gd name="T7" fmla="*/ 406800 h 1111407"/>
                <a:gd name="T8" fmla="*/ 0 60000 65536"/>
                <a:gd name="T9" fmla="*/ 0 60000 65536"/>
                <a:gd name="T10" fmla="*/ 0 60000 65536"/>
                <a:gd name="T11" fmla="*/ 0 60000 65536"/>
                <a:gd name="T12" fmla="*/ 0 w 1111406"/>
                <a:gd name="T13" fmla="*/ 0 h 1111407"/>
                <a:gd name="T14" fmla="*/ 1111406 w 1111406"/>
                <a:gd name="T15" fmla="*/ 1111407 h 1111407"/>
              </a:gdLst>
              <a:ahLst/>
              <a:cxnLst>
                <a:cxn ang="T8">
                  <a:pos x="T0" y="T1"/>
                </a:cxn>
                <a:cxn ang="T9">
                  <a:pos x="T2" y="T3"/>
                </a:cxn>
                <a:cxn ang="T10">
                  <a:pos x="T4" y="T5"/>
                </a:cxn>
                <a:cxn ang="T11">
                  <a:pos x="T6" y="T7"/>
                </a:cxn>
              </a:cxnLst>
              <a:rect l="T12" t="T13" r="T14" b="T15"/>
              <a:pathLst>
                <a:path w="1111406" h="1111407">
                  <a:moveTo>
                    <a:pt x="0" y="0"/>
                  </a:moveTo>
                  <a:lnTo>
                    <a:pt x="1111407" y="0"/>
                  </a:lnTo>
                  <a:lnTo>
                    <a:pt x="1111407" y="1111407"/>
                  </a:lnTo>
                  <a:lnTo>
                    <a:pt x="0" y="1111407"/>
                  </a:lnTo>
                  <a:lnTo>
                    <a:pt x="0" y="0"/>
                  </a:lnTo>
                  <a:close/>
                </a:path>
              </a:pathLst>
            </a:custGeom>
            <a:solidFill>
              <a:srgbClr val="14596B"/>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solidFill>
                    <a:schemeClr val="bg1"/>
                  </a:solidFill>
                </a:rPr>
                <a:t>20</a:t>
              </a:r>
            </a:p>
            <a:p>
              <a:pPr algn="ctr" eaLnBrk="1" hangingPunct="1">
                <a:lnSpc>
                  <a:spcPct val="90000"/>
                </a:lnSpc>
                <a:defRPr/>
              </a:pPr>
              <a:r>
                <a:rPr lang="en-US" altLang="en-US" sz="700">
                  <a:solidFill>
                    <a:schemeClr val="bg1"/>
                  </a:solidFill>
                </a:rPr>
                <a:t>89</a:t>
              </a:r>
            </a:p>
            <a:p>
              <a:pPr algn="ctr" eaLnBrk="1" hangingPunct="1">
                <a:lnSpc>
                  <a:spcPct val="90000"/>
                </a:lnSpc>
                <a:defRPr/>
              </a:pPr>
              <a:r>
                <a:rPr lang="en-US" altLang="en-US" sz="700">
                  <a:solidFill>
                    <a:schemeClr val="bg1"/>
                  </a:solidFill>
                </a:rPr>
                <a:t>107</a:t>
              </a:r>
            </a:p>
          </p:txBody>
        </p:sp>
        <p:sp>
          <p:nvSpPr>
            <p:cNvPr id="1052" name="Forme libre : forme 78">
              <a:extLst>
                <a:ext uri="{FF2B5EF4-FFF2-40B4-BE49-F238E27FC236}">
                  <a16:creationId xmlns:a16="http://schemas.microsoft.com/office/drawing/2014/main" id="{481EAFEB-C17D-4331-CFDA-01D28F9D190A}"/>
                </a:ext>
              </a:extLst>
            </p:cNvPr>
            <p:cNvSpPr>
              <a:spLocks/>
            </p:cNvSpPr>
            <p:nvPr/>
          </p:nvSpPr>
          <p:spPr bwMode="auto">
            <a:xfrm>
              <a:off x="15145848" y="2405612"/>
              <a:ext cx="360328" cy="406677"/>
            </a:xfrm>
            <a:custGeom>
              <a:avLst/>
              <a:gdLst>
                <a:gd name="T0" fmla="*/ 0 w 1111406"/>
                <a:gd name="T1" fmla="*/ 0 h 776645"/>
                <a:gd name="T2" fmla="*/ 360865 w 1111406"/>
                <a:gd name="T3" fmla="*/ 0 h 776645"/>
                <a:gd name="T4" fmla="*/ 360865 w 1111406"/>
                <a:gd name="T5" fmla="*/ 406801 h 776645"/>
                <a:gd name="T6" fmla="*/ 0 w 1111406"/>
                <a:gd name="T7" fmla="*/ 406801 h 776645"/>
                <a:gd name="T8" fmla="*/ 0 60000 65536"/>
                <a:gd name="T9" fmla="*/ 0 60000 65536"/>
                <a:gd name="T10" fmla="*/ 0 60000 65536"/>
                <a:gd name="T11" fmla="*/ 0 60000 65536"/>
                <a:gd name="T12" fmla="*/ 0 w 1111406"/>
                <a:gd name="T13" fmla="*/ 0 h 776645"/>
                <a:gd name="T14" fmla="*/ 1111406 w 1111406"/>
                <a:gd name="T15" fmla="*/ 776645 h 776645"/>
              </a:gdLst>
              <a:ahLst/>
              <a:cxnLst>
                <a:cxn ang="T8">
                  <a:pos x="T0" y="T1"/>
                </a:cxn>
                <a:cxn ang="T9">
                  <a:pos x="T2" y="T3"/>
                </a:cxn>
                <a:cxn ang="T10">
                  <a:pos x="T4" y="T5"/>
                </a:cxn>
                <a:cxn ang="T11">
                  <a:pos x="T6" y="T7"/>
                </a:cxn>
              </a:cxnLst>
              <a:rect l="T12" t="T13" r="T14" b="T15"/>
              <a:pathLst>
                <a:path w="1111406" h="776645">
                  <a:moveTo>
                    <a:pt x="0" y="0"/>
                  </a:moveTo>
                  <a:lnTo>
                    <a:pt x="1111407" y="0"/>
                  </a:lnTo>
                  <a:lnTo>
                    <a:pt x="1111407" y="776646"/>
                  </a:lnTo>
                  <a:lnTo>
                    <a:pt x="0" y="776646"/>
                  </a:lnTo>
                  <a:lnTo>
                    <a:pt x="0" y="0"/>
                  </a:lnTo>
                  <a:close/>
                </a:path>
              </a:pathLst>
            </a:custGeom>
            <a:solidFill>
              <a:srgbClr val="336B7D"/>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solidFill>
                    <a:schemeClr val="bg1"/>
                  </a:solidFill>
                </a:rPr>
                <a:t>51</a:t>
              </a:r>
            </a:p>
            <a:p>
              <a:pPr algn="ctr" eaLnBrk="1" hangingPunct="1">
                <a:lnSpc>
                  <a:spcPct val="90000"/>
                </a:lnSpc>
                <a:defRPr/>
              </a:pPr>
              <a:r>
                <a:rPr lang="en-US" altLang="en-US" sz="700">
                  <a:solidFill>
                    <a:schemeClr val="bg1"/>
                  </a:solidFill>
                </a:rPr>
                <a:t>107</a:t>
              </a:r>
            </a:p>
            <a:p>
              <a:pPr algn="ctr" eaLnBrk="1" hangingPunct="1">
                <a:lnSpc>
                  <a:spcPct val="90000"/>
                </a:lnSpc>
                <a:defRPr/>
              </a:pPr>
              <a:r>
                <a:rPr lang="en-US" altLang="en-US" sz="700">
                  <a:solidFill>
                    <a:schemeClr val="bg1"/>
                  </a:solidFill>
                </a:rPr>
                <a:t>25</a:t>
              </a:r>
            </a:p>
          </p:txBody>
        </p:sp>
        <p:sp>
          <p:nvSpPr>
            <p:cNvPr id="1053" name="Forme libre : forme 79">
              <a:extLst>
                <a:ext uri="{FF2B5EF4-FFF2-40B4-BE49-F238E27FC236}">
                  <a16:creationId xmlns:a16="http://schemas.microsoft.com/office/drawing/2014/main" id="{6ABF8083-774A-FD2D-612C-0BB3A17F1693}"/>
                </a:ext>
              </a:extLst>
            </p:cNvPr>
            <p:cNvSpPr>
              <a:spLocks/>
            </p:cNvSpPr>
            <p:nvPr/>
          </p:nvSpPr>
          <p:spPr bwMode="auto">
            <a:xfrm>
              <a:off x="15145848" y="1992581"/>
              <a:ext cx="360328" cy="406677"/>
            </a:xfrm>
            <a:custGeom>
              <a:avLst/>
              <a:gdLst>
                <a:gd name="T0" fmla="*/ 0 w 1111406"/>
                <a:gd name="T1" fmla="*/ 0 h 776645"/>
                <a:gd name="T2" fmla="*/ 360865 w 1111406"/>
                <a:gd name="T3" fmla="*/ 0 h 776645"/>
                <a:gd name="T4" fmla="*/ 360865 w 1111406"/>
                <a:gd name="T5" fmla="*/ 406801 h 776645"/>
                <a:gd name="T6" fmla="*/ 0 w 1111406"/>
                <a:gd name="T7" fmla="*/ 406801 h 776645"/>
                <a:gd name="T8" fmla="*/ 0 60000 65536"/>
                <a:gd name="T9" fmla="*/ 0 60000 65536"/>
                <a:gd name="T10" fmla="*/ 0 60000 65536"/>
                <a:gd name="T11" fmla="*/ 0 60000 65536"/>
                <a:gd name="T12" fmla="*/ 0 w 1111406"/>
                <a:gd name="T13" fmla="*/ 0 h 776645"/>
                <a:gd name="T14" fmla="*/ 1111406 w 1111406"/>
                <a:gd name="T15" fmla="*/ 776645 h 776645"/>
              </a:gdLst>
              <a:ahLst/>
              <a:cxnLst>
                <a:cxn ang="T8">
                  <a:pos x="T0" y="T1"/>
                </a:cxn>
                <a:cxn ang="T9">
                  <a:pos x="T2" y="T3"/>
                </a:cxn>
                <a:cxn ang="T10">
                  <a:pos x="T4" y="T5"/>
                </a:cxn>
                <a:cxn ang="T11">
                  <a:pos x="T6" y="T7"/>
                </a:cxn>
              </a:cxnLst>
              <a:rect l="T12" t="T13" r="T14" b="T15"/>
              <a:pathLst>
                <a:path w="1111406" h="776645">
                  <a:moveTo>
                    <a:pt x="0" y="0"/>
                  </a:moveTo>
                  <a:lnTo>
                    <a:pt x="1111407" y="0"/>
                  </a:lnTo>
                  <a:lnTo>
                    <a:pt x="1111407" y="776646"/>
                  </a:lnTo>
                  <a:lnTo>
                    <a:pt x="0" y="776646"/>
                  </a:lnTo>
                  <a:lnTo>
                    <a:pt x="0" y="0"/>
                  </a:lnTo>
                  <a:close/>
                </a:path>
              </a:pathLst>
            </a:custGeom>
            <a:solidFill>
              <a:srgbClr val="338091"/>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solidFill>
                    <a:schemeClr val="bg1"/>
                  </a:solidFill>
                </a:rPr>
                <a:t>51</a:t>
              </a:r>
            </a:p>
            <a:p>
              <a:pPr algn="ctr" eaLnBrk="1" hangingPunct="1">
                <a:lnSpc>
                  <a:spcPct val="90000"/>
                </a:lnSpc>
                <a:defRPr/>
              </a:pPr>
              <a:r>
                <a:rPr lang="en-US" altLang="en-US" sz="700">
                  <a:solidFill>
                    <a:schemeClr val="bg1"/>
                  </a:solidFill>
                </a:rPr>
                <a:t>128</a:t>
              </a:r>
            </a:p>
            <a:p>
              <a:pPr algn="ctr" eaLnBrk="1" hangingPunct="1">
                <a:lnSpc>
                  <a:spcPct val="90000"/>
                </a:lnSpc>
                <a:defRPr/>
              </a:pPr>
              <a:r>
                <a:rPr lang="en-US" altLang="en-US" sz="700">
                  <a:solidFill>
                    <a:schemeClr val="bg1"/>
                  </a:solidFill>
                </a:rPr>
                <a:t>145</a:t>
              </a:r>
            </a:p>
          </p:txBody>
        </p:sp>
        <p:sp>
          <p:nvSpPr>
            <p:cNvPr id="1054" name="Forme libre : forme 80">
              <a:extLst>
                <a:ext uri="{FF2B5EF4-FFF2-40B4-BE49-F238E27FC236}">
                  <a16:creationId xmlns:a16="http://schemas.microsoft.com/office/drawing/2014/main" id="{77DC0702-AD4D-C607-4D0D-E2882CF53FAB}"/>
                </a:ext>
              </a:extLst>
            </p:cNvPr>
            <p:cNvSpPr>
              <a:spLocks/>
            </p:cNvSpPr>
            <p:nvPr/>
          </p:nvSpPr>
          <p:spPr bwMode="auto">
            <a:xfrm>
              <a:off x="14409318" y="3644704"/>
              <a:ext cx="360328" cy="406677"/>
            </a:xfrm>
            <a:custGeom>
              <a:avLst/>
              <a:gdLst>
                <a:gd name="T0" fmla="*/ 0 w 1111406"/>
                <a:gd name="T1" fmla="*/ 0 h 776645"/>
                <a:gd name="T2" fmla="*/ 360865 w 1111406"/>
                <a:gd name="T3" fmla="*/ 0 h 776645"/>
                <a:gd name="T4" fmla="*/ 360865 w 1111406"/>
                <a:gd name="T5" fmla="*/ 406801 h 776645"/>
                <a:gd name="T6" fmla="*/ 0 w 1111406"/>
                <a:gd name="T7" fmla="*/ 406801 h 776645"/>
                <a:gd name="T8" fmla="*/ 0 60000 65536"/>
                <a:gd name="T9" fmla="*/ 0 60000 65536"/>
                <a:gd name="T10" fmla="*/ 0 60000 65536"/>
                <a:gd name="T11" fmla="*/ 0 60000 65536"/>
                <a:gd name="T12" fmla="*/ 0 w 1111406"/>
                <a:gd name="T13" fmla="*/ 0 h 776645"/>
                <a:gd name="T14" fmla="*/ 1111406 w 1111406"/>
                <a:gd name="T15" fmla="*/ 776645 h 776645"/>
              </a:gdLst>
              <a:ahLst/>
              <a:cxnLst>
                <a:cxn ang="T8">
                  <a:pos x="T0" y="T1"/>
                </a:cxn>
                <a:cxn ang="T9">
                  <a:pos x="T2" y="T3"/>
                </a:cxn>
                <a:cxn ang="T10">
                  <a:pos x="T4" y="T5"/>
                </a:cxn>
                <a:cxn ang="T11">
                  <a:pos x="T6" y="T7"/>
                </a:cxn>
              </a:cxnLst>
              <a:rect l="T12" t="T13" r="T14" b="T15"/>
              <a:pathLst>
                <a:path w="1111406" h="776645">
                  <a:moveTo>
                    <a:pt x="0" y="0"/>
                  </a:moveTo>
                  <a:lnTo>
                    <a:pt x="1111407" y="0"/>
                  </a:lnTo>
                  <a:lnTo>
                    <a:pt x="1111407" y="776646"/>
                  </a:lnTo>
                  <a:lnTo>
                    <a:pt x="0" y="776646"/>
                  </a:lnTo>
                  <a:lnTo>
                    <a:pt x="0" y="0"/>
                  </a:lnTo>
                  <a:close/>
                </a:path>
              </a:pathLst>
            </a:custGeom>
            <a:solidFill>
              <a:srgbClr val="007D74"/>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solidFill>
                    <a:schemeClr val="bg1"/>
                  </a:solidFill>
                </a:rPr>
                <a:t>0</a:t>
              </a:r>
            </a:p>
            <a:p>
              <a:pPr algn="ctr" eaLnBrk="1" hangingPunct="1">
                <a:lnSpc>
                  <a:spcPct val="90000"/>
                </a:lnSpc>
                <a:defRPr/>
              </a:pPr>
              <a:r>
                <a:rPr lang="en-US" altLang="en-US" sz="700">
                  <a:solidFill>
                    <a:schemeClr val="bg1"/>
                  </a:solidFill>
                </a:rPr>
                <a:t>125</a:t>
              </a:r>
            </a:p>
            <a:p>
              <a:pPr algn="ctr" eaLnBrk="1" hangingPunct="1">
                <a:lnSpc>
                  <a:spcPct val="90000"/>
                </a:lnSpc>
                <a:defRPr/>
              </a:pPr>
              <a:r>
                <a:rPr lang="en-US" altLang="en-US" sz="700">
                  <a:solidFill>
                    <a:schemeClr val="bg1"/>
                  </a:solidFill>
                </a:rPr>
                <a:t>116</a:t>
              </a:r>
            </a:p>
          </p:txBody>
        </p:sp>
        <p:sp>
          <p:nvSpPr>
            <p:cNvPr id="1055" name="Forme libre : forme 81">
              <a:extLst>
                <a:ext uri="{FF2B5EF4-FFF2-40B4-BE49-F238E27FC236}">
                  <a16:creationId xmlns:a16="http://schemas.microsoft.com/office/drawing/2014/main" id="{B7E4F905-4DFF-8087-5E1C-37783329F4FB}"/>
                </a:ext>
              </a:extLst>
            </p:cNvPr>
            <p:cNvSpPr>
              <a:spLocks/>
            </p:cNvSpPr>
            <p:nvPr/>
          </p:nvSpPr>
          <p:spPr bwMode="auto">
            <a:xfrm>
              <a:off x="14409318" y="3231674"/>
              <a:ext cx="360328" cy="406677"/>
            </a:xfrm>
            <a:custGeom>
              <a:avLst/>
              <a:gdLst>
                <a:gd name="T0" fmla="*/ 0 w 1111406"/>
                <a:gd name="T1" fmla="*/ 0 h 776645"/>
                <a:gd name="T2" fmla="*/ 360865 w 1111406"/>
                <a:gd name="T3" fmla="*/ 0 h 776645"/>
                <a:gd name="T4" fmla="*/ 360865 w 1111406"/>
                <a:gd name="T5" fmla="*/ 406801 h 776645"/>
                <a:gd name="T6" fmla="*/ 0 w 1111406"/>
                <a:gd name="T7" fmla="*/ 406801 h 776645"/>
                <a:gd name="T8" fmla="*/ 0 60000 65536"/>
                <a:gd name="T9" fmla="*/ 0 60000 65536"/>
                <a:gd name="T10" fmla="*/ 0 60000 65536"/>
                <a:gd name="T11" fmla="*/ 0 60000 65536"/>
                <a:gd name="T12" fmla="*/ 0 w 1111406"/>
                <a:gd name="T13" fmla="*/ 0 h 776645"/>
                <a:gd name="T14" fmla="*/ 1111406 w 1111406"/>
                <a:gd name="T15" fmla="*/ 776645 h 776645"/>
              </a:gdLst>
              <a:ahLst/>
              <a:cxnLst>
                <a:cxn ang="T8">
                  <a:pos x="T0" y="T1"/>
                </a:cxn>
                <a:cxn ang="T9">
                  <a:pos x="T2" y="T3"/>
                </a:cxn>
                <a:cxn ang="T10">
                  <a:pos x="T4" y="T5"/>
                </a:cxn>
                <a:cxn ang="T11">
                  <a:pos x="T6" y="T7"/>
                </a:cxn>
              </a:cxnLst>
              <a:rect l="T12" t="T13" r="T14" b="T15"/>
              <a:pathLst>
                <a:path w="1111406" h="776645">
                  <a:moveTo>
                    <a:pt x="0" y="0"/>
                  </a:moveTo>
                  <a:lnTo>
                    <a:pt x="1111407" y="0"/>
                  </a:lnTo>
                  <a:lnTo>
                    <a:pt x="1111407" y="776646"/>
                  </a:lnTo>
                  <a:lnTo>
                    <a:pt x="0" y="776646"/>
                  </a:lnTo>
                  <a:lnTo>
                    <a:pt x="0" y="0"/>
                  </a:lnTo>
                  <a:close/>
                </a:path>
              </a:pathLst>
            </a:custGeom>
            <a:solidFill>
              <a:srgbClr val="00929B"/>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solidFill>
                    <a:schemeClr val="bg1"/>
                  </a:solidFill>
                </a:rPr>
                <a:t>0</a:t>
              </a:r>
            </a:p>
            <a:p>
              <a:pPr algn="ctr" eaLnBrk="1" hangingPunct="1">
                <a:lnSpc>
                  <a:spcPct val="90000"/>
                </a:lnSpc>
                <a:defRPr/>
              </a:pPr>
              <a:r>
                <a:rPr lang="en-US" altLang="en-US" sz="700">
                  <a:solidFill>
                    <a:schemeClr val="bg1"/>
                  </a:solidFill>
                </a:rPr>
                <a:t>146</a:t>
              </a:r>
            </a:p>
            <a:p>
              <a:pPr algn="ctr" eaLnBrk="1" hangingPunct="1">
                <a:lnSpc>
                  <a:spcPct val="90000"/>
                </a:lnSpc>
                <a:defRPr/>
              </a:pPr>
              <a:r>
                <a:rPr lang="en-US" altLang="en-US" sz="700">
                  <a:solidFill>
                    <a:schemeClr val="bg1"/>
                  </a:solidFill>
                </a:rPr>
                <a:t>155</a:t>
              </a:r>
            </a:p>
          </p:txBody>
        </p:sp>
        <p:sp>
          <p:nvSpPr>
            <p:cNvPr id="1056" name="Forme libre : forme 82">
              <a:extLst>
                <a:ext uri="{FF2B5EF4-FFF2-40B4-BE49-F238E27FC236}">
                  <a16:creationId xmlns:a16="http://schemas.microsoft.com/office/drawing/2014/main" id="{67DDB4F2-0C68-4A43-F907-C812B1F05EB0}"/>
                </a:ext>
              </a:extLst>
            </p:cNvPr>
            <p:cNvSpPr>
              <a:spLocks/>
            </p:cNvSpPr>
            <p:nvPr/>
          </p:nvSpPr>
          <p:spPr bwMode="auto">
            <a:xfrm>
              <a:off x="14409318" y="2818643"/>
              <a:ext cx="360328" cy="406677"/>
            </a:xfrm>
            <a:custGeom>
              <a:avLst/>
              <a:gdLst>
                <a:gd name="T0" fmla="*/ 0 w 1111406"/>
                <a:gd name="T1" fmla="*/ 0 h 1111407"/>
                <a:gd name="T2" fmla="*/ 360865 w 1111406"/>
                <a:gd name="T3" fmla="*/ 0 h 1111407"/>
                <a:gd name="T4" fmla="*/ 360865 w 1111406"/>
                <a:gd name="T5" fmla="*/ 406800 h 1111407"/>
                <a:gd name="T6" fmla="*/ 0 w 1111406"/>
                <a:gd name="T7" fmla="*/ 406800 h 1111407"/>
                <a:gd name="T8" fmla="*/ 0 60000 65536"/>
                <a:gd name="T9" fmla="*/ 0 60000 65536"/>
                <a:gd name="T10" fmla="*/ 0 60000 65536"/>
                <a:gd name="T11" fmla="*/ 0 60000 65536"/>
                <a:gd name="T12" fmla="*/ 0 w 1111406"/>
                <a:gd name="T13" fmla="*/ 0 h 1111407"/>
                <a:gd name="T14" fmla="*/ 1111406 w 1111406"/>
                <a:gd name="T15" fmla="*/ 1111407 h 1111407"/>
              </a:gdLst>
              <a:ahLst/>
              <a:cxnLst>
                <a:cxn ang="T8">
                  <a:pos x="T0" y="T1"/>
                </a:cxn>
                <a:cxn ang="T9">
                  <a:pos x="T2" y="T3"/>
                </a:cxn>
                <a:cxn ang="T10">
                  <a:pos x="T4" y="T5"/>
                </a:cxn>
                <a:cxn ang="T11">
                  <a:pos x="T6" y="T7"/>
                </a:cxn>
              </a:cxnLst>
              <a:rect l="T12" t="T13" r="T14" b="T15"/>
              <a:pathLst>
                <a:path w="1111406" h="1111407">
                  <a:moveTo>
                    <a:pt x="0" y="0"/>
                  </a:moveTo>
                  <a:lnTo>
                    <a:pt x="1111407" y="0"/>
                  </a:lnTo>
                  <a:lnTo>
                    <a:pt x="1111407" y="1111407"/>
                  </a:lnTo>
                  <a:lnTo>
                    <a:pt x="0" y="1111407"/>
                  </a:lnTo>
                  <a:lnTo>
                    <a:pt x="0" y="0"/>
                  </a:lnTo>
                  <a:close/>
                </a:path>
              </a:pathLst>
            </a:custGeom>
            <a:solidFill>
              <a:srgbClr val="00BFBF"/>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t>0</a:t>
              </a:r>
            </a:p>
            <a:p>
              <a:pPr algn="ctr" eaLnBrk="1" hangingPunct="1">
                <a:lnSpc>
                  <a:spcPct val="90000"/>
                </a:lnSpc>
                <a:defRPr/>
              </a:pPr>
              <a:r>
                <a:rPr lang="en-US" altLang="en-US" sz="700"/>
                <a:t>191</a:t>
              </a:r>
            </a:p>
            <a:p>
              <a:pPr algn="ctr" eaLnBrk="1" hangingPunct="1">
                <a:lnSpc>
                  <a:spcPct val="90000"/>
                </a:lnSpc>
                <a:defRPr/>
              </a:pPr>
              <a:r>
                <a:rPr lang="en-US" altLang="en-US" sz="700"/>
                <a:t>191</a:t>
              </a:r>
            </a:p>
          </p:txBody>
        </p:sp>
        <p:sp>
          <p:nvSpPr>
            <p:cNvPr id="1057" name="Forme libre : forme 83">
              <a:extLst>
                <a:ext uri="{FF2B5EF4-FFF2-40B4-BE49-F238E27FC236}">
                  <a16:creationId xmlns:a16="http://schemas.microsoft.com/office/drawing/2014/main" id="{C280C5C9-055D-C7B0-422A-956A0AF7D799}"/>
                </a:ext>
              </a:extLst>
            </p:cNvPr>
            <p:cNvSpPr>
              <a:spLocks/>
            </p:cNvSpPr>
            <p:nvPr/>
          </p:nvSpPr>
          <p:spPr bwMode="auto">
            <a:xfrm>
              <a:off x="14409318" y="2405612"/>
              <a:ext cx="360328" cy="406677"/>
            </a:xfrm>
            <a:custGeom>
              <a:avLst/>
              <a:gdLst>
                <a:gd name="T0" fmla="*/ 0 w 1111406"/>
                <a:gd name="T1" fmla="*/ 0 h 776645"/>
                <a:gd name="T2" fmla="*/ 360865 w 1111406"/>
                <a:gd name="T3" fmla="*/ 0 h 776645"/>
                <a:gd name="T4" fmla="*/ 360865 w 1111406"/>
                <a:gd name="T5" fmla="*/ 406801 h 776645"/>
                <a:gd name="T6" fmla="*/ 0 w 1111406"/>
                <a:gd name="T7" fmla="*/ 406801 h 776645"/>
                <a:gd name="T8" fmla="*/ 0 60000 65536"/>
                <a:gd name="T9" fmla="*/ 0 60000 65536"/>
                <a:gd name="T10" fmla="*/ 0 60000 65536"/>
                <a:gd name="T11" fmla="*/ 0 60000 65536"/>
                <a:gd name="T12" fmla="*/ 0 w 1111406"/>
                <a:gd name="T13" fmla="*/ 0 h 776645"/>
                <a:gd name="T14" fmla="*/ 1111406 w 1111406"/>
                <a:gd name="T15" fmla="*/ 776645 h 776645"/>
              </a:gdLst>
              <a:ahLst/>
              <a:cxnLst>
                <a:cxn ang="T8">
                  <a:pos x="T0" y="T1"/>
                </a:cxn>
                <a:cxn ang="T9">
                  <a:pos x="T2" y="T3"/>
                </a:cxn>
                <a:cxn ang="T10">
                  <a:pos x="T4" y="T5"/>
                </a:cxn>
                <a:cxn ang="T11">
                  <a:pos x="T6" y="T7"/>
                </a:cxn>
              </a:cxnLst>
              <a:rect l="T12" t="T13" r="T14" b="T15"/>
              <a:pathLst>
                <a:path w="1111406" h="776645">
                  <a:moveTo>
                    <a:pt x="0" y="0"/>
                  </a:moveTo>
                  <a:lnTo>
                    <a:pt x="1111407" y="0"/>
                  </a:lnTo>
                  <a:lnTo>
                    <a:pt x="1111407" y="776646"/>
                  </a:lnTo>
                  <a:lnTo>
                    <a:pt x="0" y="776646"/>
                  </a:lnTo>
                  <a:lnTo>
                    <a:pt x="0" y="0"/>
                  </a:lnTo>
                  <a:close/>
                </a:path>
              </a:pathLst>
            </a:custGeom>
            <a:solidFill>
              <a:srgbClr val="00D5D0"/>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t>0</a:t>
              </a:r>
            </a:p>
            <a:p>
              <a:pPr algn="ctr" eaLnBrk="1" hangingPunct="1">
                <a:lnSpc>
                  <a:spcPct val="90000"/>
                </a:lnSpc>
                <a:defRPr/>
              </a:pPr>
              <a:r>
                <a:rPr lang="en-US" altLang="en-US" sz="700"/>
                <a:t>213</a:t>
              </a:r>
            </a:p>
            <a:p>
              <a:pPr algn="ctr" eaLnBrk="1" hangingPunct="1">
                <a:lnSpc>
                  <a:spcPct val="90000"/>
                </a:lnSpc>
                <a:defRPr/>
              </a:pPr>
              <a:r>
                <a:rPr lang="en-US" altLang="en-US" sz="700"/>
                <a:t>208</a:t>
              </a:r>
            </a:p>
          </p:txBody>
        </p:sp>
        <p:sp>
          <p:nvSpPr>
            <p:cNvPr id="1058" name="Forme libre : forme 84">
              <a:extLst>
                <a:ext uri="{FF2B5EF4-FFF2-40B4-BE49-F238E27FC236}">
                  <a16:creationId xmlns:a16="http://schemas.microsoft.com/office/drawing/2014/main" id="{BF239F93-2EA7-C0C1-614E-25F8D43251BE}"/>
                </a:ext>
              </a:extLst>
            </p:cNvPr>
            <p:cNvSpPr>
              <a:spLocks/>
            </p:cNvSpPr>
            <p:nvPr/>
          </p:nvSpPr>
          <p:spPr bwMode="auto">
            <a:xfrm>
              <a:off x="14409318" y="1992581"/>
              <a:ext cx="360328" cy="406677"/>
            </a:xfrm>
            <a:custGeom>
              <a:avLst/>
              <a:gdLst>
                <a:gd name="T0" fmla="*/ 0 w 1111406"/>
                <a:gd name="T1" fmla="*/ 0 h 776645"/>
                <a:gd name="T2" fmla="*/ 360865 w 1111406"/>
                <a:gd name="T3" fmla="*/ 0 h 776645"/>
                <a:gd name="T4" fmla="*/ 360865 w 1111406"/>
                <a:gd name="T5" fmla="*/ 406801 h 776645"/>
                <a:gd name="T6" fmla="*/ 0 w 1111406"/>
                <a:gd name="T7" fmla="*/ 406801 h 776645"/>
                <a:gd name="T8" fmla="*/ 0 60000 65536"/>
                <a:gd name="T9" fmla="*/ 0 60000 65536"/>
                <a:gd name="T10" fmla="*/ 0 60000 65536"/>
                <a:gd name="T11" fmla="*/ 0 60000 65536"/>
                <a:gd name="T12" fmla="*/ 0 w 1111406"/>
                <a:gd name="T13" fmla="*/ 0 h 776645"/>
                <a:gd name="T14" fmla="*/ 1111406 w 1111406"/>
                <a:gd name="T15" fmla="*/ 776645 h 776645"/>
              </a:gdLst>
              <a:ahLst/>
              <a:cxnLst>
                <a:cxn ang="T8">
                  <a:pos x="T0" y="T1"/>
                </a:cxn>
                <a:cxn ang="T9">
                  <a:pos x="T2" y="T3"/>
                </a:cxn>
                <a:cxn ang="T10">
                  <a:pos x="T4" y="T5"/>
                </a:cxn>
                <a:cxn ang="T11">
                  <a:pos x="T6" y="T7"/>
                </a:cxn>
              </a:cxnLst>
              <a:rect l="T12" t="T13" r="T14" b="T15"/>
              <a:pathLst>
                <a:path w="1111406" h="776645">
                  <a:moveTo>
                    <a:pt x="0" y="0"/>
                  </a:moveTo>
                  <a:lnTo>
                    <a:pt x="1111407" y="0"/>
                  </a:lnTo>
                  <a:lnTo>
                    <a:pt x="1111407" y="776646"/>
                  </a:lnTo>
                  <a:lnTo>
                    <a:pt x="0" y="776646"/>
                  </a:lnTo>
                  <a:lnTo>
                    <a:pt x="0" y="0"/>
                  </a:lnTo>
                  <a:close/>
                </a:path>
              </a:pathLst>
            </a:custGeom>
            <a:solidFill>
              <a:srgbClr val="00E6E3"/>
            </a:solidFill>
            <a:ln>
              <a:noFill/>
            </a:ln>
          </p:spPr>
          <p:txBody>
            <a:bodyPr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ctr" eaLnBrk="1" hangingPunct="1">
                <a:lnSpc>
                  <a:spcPct val="90000"/>
                </a:lnSpc>
                <a:defRPr/>
              </a:pPr>
              <a:r>
                <a:rPr lang="en-US" altLang="en-US" sz="700"/>
                <a:t>0</a:t>
              </a:r>
            </a:p>
            <a:p>
              <a:pPr algn="ctr" eaLnBrk="1" hangingPunct="1">
                <a:lnSpc>
                  <a:spcPct val="90000"/>
                </a:lnSpc>
                <a:defRPr/>
              </a:pPr>
              <a:r>
                <a:rPr lang="en-US" altLang="en-US" sz="700"/>
                <a:t>230</a:t>
              </a:r>
            </a:p>
            <a:p>
              <a:pPr algn="ctr" eaLnBrk="1" hangingPunct="1">
                <a:lnSpc>
                  <a:spcPct val="90000"/>
                </a:lnSpc>
                <a:defRPr/>
              </a:pPr>
              <a:r>
                <a:rPr lang="en-US" altLang="en-US" sz="700"/>
                <a:t>227</a:t>
              </a:r>
            </a:p>
          </p:txBody>
        </p:sp>
      </p:grpSp>
      <p:grpSp>
        <p:nvGrpSpPr>
          <p:cNvPr id="1033" name="Groupe 1">
            <a:extLst>
              <a:ext uri="{FF2B5EF4-FFF2-40B4-BE49-F238E27FC236}">
                <a16:creationId xmlns:a16="http://schemas.microsoft.com/office/drawing/2014/main" id="{3F49AD8F-CE36-45C9-96FB-B4D626D9CE77}"/>
              </a:ext>
            </a:extLst>
          </p:cNvPr>
          <p:cNvGrpSpPr>
            <a:grpSpLocks noChangeAspect="1"/>
          </p:cNvGrpSpPr>
          <p:nvPr userDrawn="1"/>
        </p:nvGrpSpPr>
        <p:grpSpPr bwMode="auto">
          <a:xfrm>
            <a:off x="11561763" y="204788"/>
            <a:ext cx="419100" cy="388937"/>
            <a:chOff x="11501102" y="171573"/>
            <a:chExt cx="419436" cy="388988"/>
          </a:xfrm>
        </p:grpSpPr>
        <p:sp>
          <p:nvSpPr>
            <p:cNvPr id="1037" name="Freeform 13">
              <a:extLst>
                <a:ext uri="{FF2B5EF4-FFF2-40B4-BE49-F238E27FC236}">
                  <a16:creationId xmlns:a16="http://schemas.microsoft.com/office/drawing/2014/main" id="{44E43764-784D-4D6C-2733-F600064BE1F0}"/>
                </a:ext>
              </a:extLst>
            </p:cNvPr>
            <p:cNvSpPr>
              <a:spLocks/>
            </p:cNvSpPr>
            <p:nvPr userDrawn="1"/>
          </p:nvSpPr>
          <p:spPr bwMode="auto">
            <a:xfrm>
              <a:off x="11644642" y="334376"/>
              <a:ext cx="275896" cy="226185"/>
            </a:xfrm>
            <a:custGeom>
              <a:avLst/>
              <a:gdLst>
                <a:gd name="T0" fmla="*/ 183441 w 188"/>
                <a:gd name="T1" fmla="*/ 157155 h 154"/>
                <a:gd name="T2" fmla="*/ 275896 w 188"/>
                <a:gd name="T3" fmla="*/ 63156 h 154"/>
                <a:gd name="T4" fmla="*/ 206922 w 188"/>
                <a:gd name="T5" fmla="*/ 0 h 154"/>
                <a:gd name="T6" fmla="*/ 71909 w 188"/>
                <a:gd name="T7" fmla="*/ 145405 h 154"/>
                <a:gd name="T8" fmla="*/ 0 w 188"/>
                <a:gd name="T9" fmla="*/ 211498 h 154"/>
                <a:gd name="T10" fmla="*/ 54299 w 188"/>
                <a:gd name="T11" fmla="*/ 226185 h 154"/>
                <a:gd name="T12" fmla="*/ 183441 w 188"/>
                <a:gd name="T13" fmla="*/ 183592 h 154"/>
                <a:gd name="T14" fmla="*/ 118870 w 188"/>
                <a:gd name="T15" fmla="*/ 126311 h 154"/>
                <a:gd name="T16" fmla="*/ 183441 w 188"/>
                <a:gd name="T17" fmla="*/ 157155 h 15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8" name="Freeform 14">
              <a:extLst>
                <a:ext uri="{FF2B5EF4-FFF2-40B4-BE49-F238E27FC236}">
                  <a16:creationId xmlns:a16="http://schemas.microsoft.com/office/drawing/2014/main" id="{FC2272C6-B4B9-5413-047E-169A1ED19F5C}"/>
                </a:ext>
              </a:extLst>
            </p:cNvPr>
            <p:cNvSpPr>
              <a:spLocks/>
            </p:cNvSpPr>
            <p:nvPr userDrawn="1"/>
          </p:nvSpPr>
          <p:spPr bwMode="auto">
            <a:xfrm>
              <a:off x="11501102" y="171573"/>
              <a:ext cx="419436" cy="356676"/>
            </a:xfrm>
            <a:custGeom>
              <a:avLst/>
              <a:gdLst>
                <a:gd name="T0" fmla="*/ 419436 w 286"/>
                <a:gd name="T1" fmla="*/ 223106 h 243"/>
                <a:gd name="T2" fmla="*/ 347575 w 286"/>
                <a:gd name="T3" fmla="*/ 74858 h 243"/>
                <a:gd name="T4" fmla="*/ 234650 w 286"/>
                <a:gd name="T5" fmla="*/ 4403 h 243"/>
                <a:gd name="T6" fmla="*/ 224384 w 286"/>
                <a:gd name="T7" fmla="*/ 0 h 243"/>
                <a:gd name="T8" fmla="*/ 224384 w 286"/>
                <a:gd name="T9" fmla="*/ 0 h 243"/>
                <a:gd name="T10" fmla="*/ 0 w 286"/>
                <a:gd name="T11" fmla="*/ 231913 h 243"/>
                <a:gd name="T12" fmla="*/ 77728 w 286"/>
                <a:gd name="T13" fmla="*/ 346401 h 243"/>
                <a:gd name="T14" fmla="*/ 156922 w 286"/>
                <a:gd name="T15" fmla="*/ 347869 h 243"/>
                <a:gd name="T16" fmla="*/ 215584 w 286"/>
                <a:gd name="T17" fmla="*/ 308239 h 243"/>
                <a:gd name="T18" fmla="*/ 350508 w 286"/>
                <a:gd name="T19" fmla="*/ 162926 h 243"/>
                <a:gd name="T20" fmla="*/ 419436 w 286"/>
                <a:gd name="T21" fmla="*/ 226042 h 243"/>
                <a:gd name="T22" fmla="*/ 419436 w 286"/>
                <a:gd name="T23" fmla="*/ 223106 h 2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034" name="Rectangle 27">
            <a:extLst>
              <a:ext uri="{FF2B5EF4-FFF2-40B4-BE49-F238E27FC236}">
                <a16:creationId xmlns:a16="http://schemas.microsoft.com/office/drawing/2014/main" id="{70843DF2-7DB5-7652-2ECA-1C0C28E2470A}"/>
              </a:ext>
            </a:extLst>
          </p:cNvPr>
          <p:cNvSpPr>
            <a:spLocks noChangeArrowheads="1"/>
          </p:cNvSpPr>
          <p:nvPr userDrawn="1"/>
        </p:nvSpPr>
        <p:spPr bwMode="auto">
          <a:xfrm>
            <a:off x="404813" y="6518275"/>
            <a:ext cx="3411537" cy="219075"/>
          </a:xfrm>
          <a:prstGeom prst="rect">
            <a:avLst/>
          </a:prstGeom>
          <a:noFill/>
          <a:ln>
            <a:noFill/>
          </a:ln>
        </p:spPr>
        <p:txBody>
          <a:bodyPr lIns="0" tIns="0" rIns="0" bIns="0"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eaLnBrk="1" hangingPunct="1">
              <a:defRPr/>
            </a:pPr>
            <a:r>
              <a:rPr lang="en-US" altLang="en-US" sz="700">
                <a:solidFill>
                  <a:srgbClr val="A6A6A6"/>
                </a:solidFill>
                <a:cs typeface="Arial" panose="020B0604020202020204" pitchFamily="34" charset="0"/>
              </a:rPr>
              <a:t>Presentation Title  |  Author  |  Date</a:t>
            </a:r>
          </a:p>
        </p:txBody>
      </p:sp>
      <p:sp>
        <p:nvSpPr>
          <p:cNvPr id="1035" name="Retângulo 43">
            <a:extLst>
              <a:ext uri="{FF2B5EF4-FFF2-40B4-BE49-F238E27FC236}">
                <a16:creationId xmlns:a16="http://schemas.microsoft.com/office/drawing/2014/main" id="{0C0137E2-F614-72DA-6127-E7DC66EFA732}"/>
              </a:ext>
            </a:extLst>
          </p:cNvPr>
          <p:cNvSpPr>
            <a:spLocks noChangeArrowheads="1"/>
          </p:cNvSpPr>
          <p:nvPr userDrawn="1"/>
        </p:nvSpPr>
        <p:spPr bwMode="auto">
          <a:xfrm>
            <a:off x="11744325" y="6518275"/>
            <a:ext cx="228600" cy="214313"/>
          </a:xfrm>
          <a:prstGeom prst="rect">
            <a:avLst/>
          </a:prstGeom>
          <a:noFill/>
          <a:ln>
            <a:noFill/>
          </a:ln>
        </p:spPr>
        <p:txBody>
          <a:bodyPr lIns="0" rIns="0">
            <a:spAutoFit/>
          </a:bodyP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r" eaLnBrk="1" hangingPunct="1">
              <a:defRPr/>
            </a:pPr>
            <a:fld id="{0766DAFC-7FBA-43DA-901C-BE7E1648AB45}" type="slidenum">
              <a:rPr lang="en-US" altLang="en-US" sz="800" smtClean="0">
                <a:solidFill>
                  <a:srgbClr val="A6A6A6"/>
                </a:solidFill>
                <a:cs typeface="Arial" panose="020B0604020202020204" pitchFamily="34" charset="0"/>
              </a:rPr>
              <a:pPr algn="r" eaLnBrk="1" hangingPunct="1">
                <a:defRPr/>
              </a:pPr>
              <a:t>‹#›</a:t>
            </a:fld>
            <a:endParaRPr lang="en-US" altLang="en-US" sz="800">
              <a:solidFill>
                <a:srgbClr val="A6A6A6"/>
              </a:solidFill>
              <a:cs typeface="Arial" panose="020B0604020202020204" pitchFamily="34" charset="0"/>
            </a:endParaRPr>
          </a:p>
        </p:txBody>
      </p:sp>
      <p:sp>
        <p:nvSpPr>
          <p:cNvPr id="1036" name="Rectangle 27">
            <a:extLst>
              <a:ext uri="{FF2B5EF4-FFF2-40B4-BE49-F238E27FC236}">
                <a16:creationId xmlns:a16="http://schemas.microsoft.com/office/drawing/2014/main" id="{3EF30395-BF4C-39CE-8B29-B285CDE10B4C}"/>
              </a:ext>
            </a:extLst>
          </p:cNvPr>
          <p:cNvSpPr>
            <a:spLocks noChangeArrowheads="1"/>
          </p:cNvSpPr>
          <p:nvPr userDrawn="1"/>
        </p:nvSpPr>
        <p:spPr bwMode="auto">
          <a:xfrm>
            <a:off x="7226300" y="6518275"/>
            <a:ext cx="4532313" cy="219075"/>
          </a:xfrm>
          <a:prstGeom prst="rect">
            <a:avLst/>
          </a:prstGeom>
          <a:noFill/>
          <a:ln>
            <a:noFill/>
          </a:ln>
        </p:spPr>
        <p:txBody>
          <a:bodyPr lIns="0" tIns="0" rIns="0" bIns="0" anchor="ct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algn="r" eaLnBrk="1" hangingPunct="1">
              <a:defRPr/>
            </a:pPr>
            <a:r>
              <a:rPr lang="en-GB" altLang="en-US" sz="700">
                <a:solidFill>
                  <a:srgbClr val="A6A6A6"/>
                </a:solidFill>
                <a:cs typeface="Arial" panose="020B0604020202020204" pitchFamily="34" charset="0"/>
              </a:rPr>
              <a:t>Company Confidential © Capgemini 2024. All rights reserved  |</a:t>
            </a:r>
          </a:p>
        </p:txBody>
      </p:sp>
    </p:spTree>
    <p:extLst>
      <p:ext uri="{BB962C8B-B14F-4D97-AF65-F5344CB8AC3E}">
        <p14:creationId xmlns:p14="http://schemas.microsoft.com/office/powerpoint/2010/main" val="49896928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Lst>
  <p:hf hdr="0"/>
  <p:txStyles>
    <p:titleStyle>
      <a:lvl1pPr algn="l" rtl="0" eaLnBrk="0" fontAlgn="base" hangingPunct="0">
        <a:lnSpc>
          <a:spcPct val="90000"/>
        </a:lnSpc>
        <a:spcBef>
          <a:spcPct val="0"/>
        </a:spcBef>
        <a:spcAft>
          <a:spcPct val="0"/>
        </a:spcAft>
        <a:defRPr lang="en-US" sz="2600" kern="1200" cap="all" dirty="0">
          <a:solidFill>
            <a:srgbClr val="272936"/>
          </a:solidFill>
          <a:latin typeface="+mj-lt"/>
          <a:ea typeface="+mj-ea"/>
          <a:cs typeface="+mj-cs"/>
        </a:defRPr>
      </a:lvl1pPr>
      <a:lvl2pPr algn="l" rtl="0" eaLnBrk="0" fontAlgn="base" hangingPunct="0">
        <a:lnSpc>
          <a:spcPct val="90000"/>
        </a:lnSpc>
        <a:spcBef>
          <a:spcPct val="0"/>
        </a:spcBef>
        <a:spcAft>
          <a:spcPct val="0"/>
        </a:spcAft>
        <a:defRPr sz="2600">
          <a:solidFill>
            <a:srgbClr val="272936"/>
          </a:solidFill>
          <a:latin typeface="Ubuntu Medium" panose="020B0604030602030204" pitchFamily="34" charset="0"/>
        </a:defRPr>
      </a:lvl2pPr>
      <a:lvl3pPr algn="l" rtl="0" eaLnBrk="0" fontAlgn="base" hangingPunct="0">
        <a:lnSpc>
          <a:spcPct val="90000"/>
        </a:lnSpc>
        <a:spcBef>
          <a:spcPct val="0"/>
        </a:spcBef>
        <a:spcAft>
          <a:spcPct val="0"/>
        </a:spcAft>
        <a:defRPr sz="2600">
          <a:solidFill>
            <a:srgbClr val="272936"/>
          </a:solidFill>
          <a:latin typeface="Ubuntu Medium" panose="020B0604030602030204" pitchFamily="34" charset="0"/>
        </a:defRPr>
      </a:lvl3pPr>
      <a:lvl4pPr algn="l" rtl="0" eaLnBrk="0" fontAlgn="base" hangingPunct="0">
        <a:lnSpc>
          <a:spcPct val="90000"/>
        </a:lnSpc>
        <a:spcBef>
          <a:spcPct val="0"/>
        </a:spcBef>
        <a:spcAft>
          <a:spcPct val="0"/>
        </a:spcAft>
        <a:defRPr sz="2600">
          <a:solidFill>
            <a:srgbClr val="272936"/>
          </a:solidFill>
          <a:latin typeface="Ubuntu Medium" panose="020B0604030602030204" pitchFamily="34" charset="0"/>
        </a:defRPr>
      </a:lvl4pPr>
      <a:lvl5pPr algn="l" rtl="0" eaLnBrk="0" fontAlgn="base" hangingPunct="0">
        <a:lnSpc>
          <a:spcPct val="90000"/>
        </a:lnSpc>
        <a:spcBef>
          <a:spcPct val="0"/>
        </a:spcBef>
        <a:spcAft>
          <a:spcPct val="0"/>
        </a:spcAft>
        <a:defRPr sz="2600">
          <a:solidFill>
            <a:srgbClr val="272936"/>
          </a:solidFill>
          <a:latin typeface="Ubuntu Medium" panose="020B0604030602030204" pitchFamily="34" charset="0"/>
        </a:defRPr>
      </a:lvl5pPr>
      <a:lvl6pPr marL="457200" algn="l" rtl="0" fontAlgn="base">
        <a:lnSpc>
          <a:spcPct val="90000"/>
        </a:lnSpc>
        <a:spcBef>
          <a:spcPct val="0"/>
        </a:spcBef>
        <a:spcAft>
          <a:spcPct val="0"/>
        </a:spcAft>
        <a:defRPr sz="2600">
          <a:solidFill>
            <a:srgbClr val="272936"/>
          </a:solidFill>
          <a:latin typeface="Ubuntu Medium" panose="020B0604030602030204" pitchFamily="34" charset="0"/>
        </a:defRPr>
      </a:lvl6pPr>
      <a:lvl7pPr marL="914400" algn="l" rtl="0" fontAlgn="base">
        <a:lnSpc>
          <a:spcPct val="90000"/>
        </a:lnSpc>
        <a:spcBef>
          <a:spcPct val="0"/>
        </a:spcBef>
        <a:spcAft>
          <a:spcPct val="0"/>
        </a:spcAft>
        <a:defRPr sz="2600">
          <a:solidFill>
            <a:srgbClr val="272936"/>
          </a:solidFill>
          <a:latin typeface="Ubuntu Medium" panose="020B0604030602030204" pitchFamily="34" charset="0"/>
        </a:defRPr>
      </a:lvl7pPr>
      <a:lvl8pPr marL="1371600" algn="l" rtl="0" fontAlgn="base">
        <a:lnSpc>
          <a:spcPct val="90000"/>
        </a:lnSpc>
        <a:spcBef>
          <a:spcPct val="0"/>
        </a:spcBef>
        <a:spcAft>
          <a:spcPct val="0"/>
        </a:spcAft>
        <a:defRPr sz="2600">
          <a:solidFill>
            <a:srgbClr val="272936"/>
          </a:solidFill>
          <a:latin typeface="Ubuntu Medium" panose="020B0604030602030204" pitchFamily="34" charset="0"/>
        </a:defRPr>
      </a:lvl8pPr>
      <a:lvl9pPr marL="1828800" algn="l" rtl="0" fontAlgn="base">
        <a:lnSpc>
          <a:spcPct val="90000"/>
        </a:lnSpc>
        <a:spcBef>
          <a:spcPct val="0"/>
        </a:spcBef>
        <a:spcAft>
          <a:spcPct val="0"/>
        </a:spcAft>
        <a:defRPr sz="2600">
          <a:solidFill>
            <a:srgbClr val="272936"/>
          </a:solidFill>
          <a:latin typeface="Ubuntu Medium" panose="020B0604030602030204" pitchFamily="34" charset="0"/>
        </a:defRPr>
      </a:lvl9pPr>
    </p:titleStyle>
    <p:bodyStyle>
      <a:lvl1pPr algn="l" rtl="0" eaLnBrk="0" fontAlgn="base" hangingPunct="0">
        <a:spcBef>
          <a:spcPct val="0"/>
        </a:spcBef>
        <a:spcAft>
          <a:spcPts val="600"/>
        </a:spcAft>
        <a:buFont typeface="Arial" panose="020B0604020202020204" pitchFamily="34" charset="0"/>
        <a:defRPr sz="2000" kern="1200">
          <a:solidFill>
            <a:schemeClr val="tx1"/>
          </a:solidFill>
          <a:latin typeface="Ubuntu" panose="020B0504030602030204" pitchFamily="34" charset="0"/>
          <a:ea typeface="+mn-ea"/>
          <a:cs typeface="+mn-cs"/>
        </a:defRPr>
      </a:lvl1pPr>
      <a:lvl2pPr marL="177800" indent="-177800" algn="l" rtl="0" eaLnBrk="0" fontAlgn="base" hangingPunct="0">
        <a:spcBef>
          <a:spcPct val="0"/>
        </a:spcBef>
        <a:spcAft>
          <a:spcPts val="600"/>
        </a:spcAft>
        <a:buClr>
          <a:schemeClr val="accent1"/>
        </a:buClr>
        <a:buFont typeface="Wingdings" panose="05000000000000000000" pitchFamily="2" charset="2"/>
        <a:buChar char="§"/>
        <a:defRPr kern="1200">
          <a:solidFill>
            <a:schemeClr val="tx1"/>
          </a:solidFill>
          <a:latin typeface="Ubuntu" panose="020B0504030602030204" pitchFamily="34" charset="0"/>
          <a:ea typeface="+mn-ea"/>
          <a:cs typeface="+mn-cs"/>
        </a:defRPr>
      </a:lvl2pPr>
      <a:lvl3pPr marL="361950" indent="-184150" algn="l" rtl="0" eaLnBrk="0" fontAlgn="base" hangingPunct="0">
        <a:spcBef>
          <a:spcPct val="0"/>
        </a:spcBef>
        <a:spcAft>
          <a:spcPts val="600"/>
        </a:spcAft>
        <a:buClr>
          <a:schemeClr val="accent2"/>
        </a:buClr>
        <a:buFont typeface="Arial" panose="020B0604020202020204" pitchFamily="34" charset="0"/>
        <a:buChar char="•"/>
        <a:defRPr sz="1600" kern="1200">
          <a:solidFill>
            <a:schemeClr val="tx1"/>
          </a:solidFill>
          <a:latin typeface="Ubuntu" panose="020B0504030602030204" pitchFamily="34" charset="0"/>
          <a:ea typeface="+mn-ea"/>
          <a:cs typeface="+mn-cs"/>
        </a:defRPr>
      </a:lvl3pPr>
      <a:lvl4pPr marL="539750" indent="-177800" algn="l" rtl="0" eaLnBrk="0" fontAlgn="base" hangingPunct="0">
        <a:spcBef>
          <a:spcPct val="0"/>
        </a:spcBef>
        <a:spcAft>
          <a:spcPts val="600"/>
        </a:spcAft>
        <a:buClr>
          <a:schemeClr val="tx1"/>
        </a:buClr>
        <a:buFont typeface="Ubuntu" panose="020B0504030602030204" pitchFamily="34" charset="0"/>
        <a:buChar char="–"/>
        <a:defRPr sz="1400" kern="1200">
          <a:solidFill>
            <a:schemeClr val="tx1"/>
          </a:solidFill>
          <a:latin typeface="Ubuntu" panose="020B0504030602030204" pitchFamily="34" charset="0"/>
          <a:ea typeface="+mn-ea"/>
          <a:cs typeface="+mn-cs"/>
        </a:defRPr>
      </a:lvl4pPr>
      <a:lvl5pPr marL="717550" indent="-177800" algn="l" rtl="0" eaLnBrk="0" fontAlgn="base" hangingPunct="0">
        <a:spcBef>
          <a:spcPct val="0"/>
        </a:spcBef>
        <a:spcAft>
          <a:spcPts val="600"/>
        </a:spcAft>
        <a:buClr>
          <a:srgbClr val="2B0A3D"/>
        </a:buClr>
        <a:buFont typeface="Arial" panose="020B0604020202020204" pitchFamily="34" charset="0"/>
        <a:buChar char="•"/>
        <a:defRPr sz="1400" kern="120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9FD09-C664-C59D-ED73-48DD326B78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15FDB4-88F7-27EE-5E3D-464156DFFA8A}"/>
              </a:ext>
            </a:extLst>
          </p:cNvPr>
          <p:cNvSpPr>
            <a:spLocks noGrp="1"/>
          </p:cNvSpPr>
          <p:nvPr>
            <p:ph type="title"/>
          </p:nvPr>
        </p:nvSpPr>
        <p:spPr>
          <a:xfrm>
            <a:off x="228600" y="148936"/>
            <a:ext cx="11430000" cy="457200"/>
          </a:xfrm>
        </p:spPr>
        <p:txBody>
          <a:bodyPr/>
          <a:lstStyle/>
          <a:p>
            <a:pPr eaLnBrk="1" hangingPunct="1">
              <a:lnSpc>
                <a:spcPts val="4440"/>
              </a:lnSpc>
            </a:pPr>
            <a:r>
              <a:rPr lang="en-IN" sz="2400">
                <a:solidFill>
                  <a:schemeClr val="accent2"/>
                </a:solidFill>
                <a:ea typeface="Trocchi" pitchFamily="34" charset="-122"/>
                <a:cs typeface="+mn-cs"/>
              </a:rPr>
              <a:t>Business case and solution detail</a:t>
            </a:r>
            <a:endParaRPr lang="en-US" sz="2400">
              <a:solidFill>
                <a:schemeClr val="accent2"/>
              </a:solidFill>
              <a:ea typeface="Trocchi" pitchFamily="34" charset="-122"/>
              <a:cs typeface="+mn-cs"/>
            </a:endParaRPr>
          </a:p>
        </p:txBody>
      </p:sp>
      <p:graphicFrame>
        <p:nvGraphicFramePr>
          <p:cNvPr id="3" name="Table 3">
            <a:extLst>
              <a:ext uri="{FF2B5EF4-FFF2-40B4-BE49-F238E27FC236}">
                <a16:creationId xmlns:a16="http://schemas.microsoft.com/office/drawing/2014/main" id="{782F17B6-E8D8-80C7-422C-A103FD3BA606}"/>
              </a:ext>
            </a:extLst>
          </p:cNvPr>
          <p:cNvGraphicFramePr>
            <a:graphicFrameLocks noGrp="1"/>
          </p:cNvGraphicFramePr>
          <p:nvPr>
            <p:extLst>
              <p:ext uri="{D42A27DB-BD31-4B8C-83A1-F6EECF244321}">
                <p14:modId xmlns:p14="http://schemas.microsoft.com/office/powerpoint/2010/main" val="3505201378"/>
              </p:ext>
            </p:extLst>
          </p:nvPr>
        </p:nvGraphicFramePr>
        <p:xfrm>
          <a:off x="228600" y="828040"/>
          <a:ext cx="11582401" cy="5501640"/>
        </p:xfrm>
        <a:graphic>
          <a:graphicData uri="http://schemas.openxmlformats.org/drawingml/2006/table">
            <a:tbl>
              <a:tblPr firstRow="1" bandRow="1">
                <a:tableStyleId>{5C22544A-7EE6-4342-B048-85BDC9FD1C3A}</a:tableStyleId>
              </a:tblPr>
              <a:tblGrid>
                <a:gridCol w="1092200">
                  <a:extLst>
                    <a:ext uri="{9D8B030D-6E8A-4147-A177-3AD203B41FA5}">
                      <a16:colId xmlns:a16="http://schemas.microsoft.com/office/drawing/2014/main" val="1732111849"/>
                    </a:ext>
                  </a:extLst>
                </a:gridCol>
                <a:gridCol w="958850">
                  <a:extLst>
                    <a:ext uri="{9D8B030D-6E8A-4147-A177-3AD203B41FA5}">
                      <a16:colId xmlns:a16="http://schemas.microsoft.com/office/drawing/2014/main" val="840686717"/>
                    </a:ext>
                  </a:extLst>
                </a:gridCol>
                <a:gridCol w="2514987">
                  <a:extLst>
                    <a:ext uri="{9D8B030D-6E8A-4147-A177-3AD203B41FA5}">
                      <a16:colId xmlns:a16="http://schemas.microsoft.com/office/drawing/2014/main" val="2758771629"/>
                    </a:ext>
                  </a:extLst>
                </a:gridCol>
                <a:gridCol w="5534107">
                  <a:extLst>
                    <a:ext uri="{9D8B030D-6E8A-4147-A177-3AD203B41FA5}">
                      <a16:colId xmlns:a16="http://schemas.microsoft.com/office/drawing/2014/main" val="109276890"/>
                    </a:ext>
                  </a:extLst>
                </a:gridCol>
                <a:gridCol w="1482257">
                  <a:extLst>
                    <a:ext uri="{9D8B030D-6E8A-4147-A177-3AD203B41FA5}">
                      <a16:colId xmlns:a16="http://schemas.microsoft.com/office/drawing/2014/main" val="946719165"/>
                    </a:ext>
                  </a:extLst>
                </a:gridCol>
              </a:tblGrid>
              <a:tr h="533400">
                <a:tc>
                  <a:txBody>
                    <a:bodyPr/>
                    <a:lstStyle/>
                    <a:p>
                      <a:r>
                        <a:rPr lang="en-IN" sz="1100" dirty="0"/>
                        <a:t>Theme</a:t>
                      </a:r>
                      <a:endParaRPr lang="en-US" sz="1100" dirty="0"/>
                    </a:p>
                  </a:txBody>
                  <a:tcPr/>
                </a:tc>
                <a:tc>
                  <a:txBody>
                    <a:bodyPr/>
                    <a:lstStyle/>
                    <a:p>
                      <a:r>
                        <a:rPr lang="en-IN" sz="1100" dirty="0"/>
                        <a:t>Application</a:t>
                      </a:r>
                      <a:endParaRPr lang="en-US" sz="1100" dirty="0"/>
                    </a:p>
                  </a:txBody>
                  <a:tcPr/>
                </a:tc>
                <a:tc>
                  <a:txBody>
                    <a:bodyPr/>
                    <a:lstStyle/>
                    <a:p>
                      <a:r>
                        <a:rPr lang="en-IN" sz="1100" dirty="0"/>
                        <a:t>Problem statement/Business Case</a:t>
                      </a:r>
                      <a:endParaRPr lang="en-US" sz="1100" dirty="0"/>
                    </a:p>
                  </a:txBody>
                  <a:tcPr/>
                </a:tc>
                <a:tc>
                  <a:txBody>
                    <a:bodyPr/>
                    <a:lstStyle/>
                    <a:p>
                      <a:r>
                        <a:rPr lang="en-IN" sz="1100" dirty="0"/>
                        <a:t>MVP Solution Outline (High-level)</a:t>
                      </a:r>
                      <a:endParaRPr lang="en-US" sz="1100" dirty="0"/>
                    </a:p>
                  </a:txBody>
                  <a:tcPr/>
                </a:tc>
                <a:tc>
                  <a:txBody>
                    <a:bodyPr/>
                    <a:lstStyle/>
                    <a:p>
                      <a:r>
                        <a:rPr lang="en-IN" sz="1100"/>
                        <a:t>Tech Stack and GenAI tools</a:t>
                      </a:r>
                      <a:endParaRPr lang="en-US" sz="1100"/>
                    </a:p>
                  </a:txBody>
                  <a:tcPr/>
                </a:tc>
                <a:extLst>
                  <a:ext uri="{0D108BD9-81ED-4DB2-BD59-A6C34878D82A}">
                    <a16:rowId xmlns:a16="http://schemas.microsoft.com/office/drawing/2014/main" val="3765914166"/>
                  </a:ext>
                </a:extLst>
              </a:tr>
              <a:tr h="3985963">
                <a:tc>
                  <a:txBody>
                    <a:bodyPr/>
                    <a:lstStyle/>
                    <a:p>
                      <a:pPr marL="0" algn="l" defTabSz="914400" rtl="0" eaLnBrk="1" latinLnBrk="0" hangingPunct="1"/>
                      <a:r>
                        <a:rPr lang="en-IN" sz="1000" kern="1200" dirty="0">
                          <a:solidFill>
                            <a:schemeClr val="dk1"/>
                          </a:solidFill>
                          <a:latin typeface="+mn-lt"/>
                          <a:ea typeface="+mn-ea"/>
                          <a:cs typeface="+mn-cs"/>
                        </a:rPr>
                        <a:t>Productivity Improvements or Accelerators</a:t>
                      </a:r>
                      <a:endParaRPr lang="en-US" sz="1000" kern="1200" dirty="0">
                        <a:solidFill>
                          <a:schemeClr val="dk1"/>
                        </a:solidFill>
                        <a:latin typeface="+mn-lt"/>
                        <a:ea typeface="+mn-ea"/>
                        <a:cs typeface="+mn-cs"/>
                      </a:endParaRPr>
                    </a:p>
                  </a:txBody>
                  <a:tcPr/>
                </a:tc>
                <a:tc>
                  <a:txBody>
                    <a:bodyPr/>
                    <a:lstStyle/>
                    <a:p>
                      <a:r>
                        <a:rPr lang="fr-FR" sz="1000" kern="1200" dirty="0">
                          <a:solidFill>
                            <a:schemeClr val="dk1"/>
                          </a:solidFill>
                          <a:latin typeface="+mn-lt"/>
                          <a:ea typeface="+mn-ea"/>
                          <a:cs typeface="+mn-cs"/>
                        </a:rPr>
                        <a:t>GenAI3A (</a:t>
                      </a:r>
                      <a:r>
                        <a:rPr lang="fr-FR" sz="1000" kern="1200" dirty="0" err="1">
                          <a:solidFill>
                            <a:schemeClr val="dk1"/>
                          </a:solidFill>
                          <a:latin typeface="+mn-lt"/>
                          <a:ea typeface="+mn-ea"/>
                          <a:cs typeface="+mn-cs"/>
                        </a:rPr>
                        <a:t>GenAI</a:t>
                      </a:r>
                      <a:r>
                        <a:rPr lang="fr-FR" sz="1000" kern="1200" dirty="0">
                          <a:solidFill>
                            <a:schemeClr val="dk1"/>
                          </a:solidFill>
                          <a:latin typeface="+mn-lt"/>
                          <a:ea typeface="+mn-ea"/>
                          <a:cs typeface="+mn-cs"/>
                        </a:rPr>
                        <a:t> Agile </a:t>
                      </a:r>
                      <a:r>
                        <a:rPr lang="fr-FR" sz="1000" kern="1200" dirty="0" err="1">
                          <a:solidFill>
                            <a:schemeClr val="dk1"/>
                          </a:solidFill>
                          <a:latin typeface="+mn-lt"/>
                          <a:ea typeface="+mn-ea"/>
                          <a:cs typeface="+mn-cs"/>
                        </a:rPr>
                        <a:t>Artifact</a:t>
                      </a:r>
                      <a:r>
                        <a:rPr lang="fr-FR" sz="1000" kern="1200" dirty="0">
                          <a:solidFill>
                            <a:schemeClr val="dk1"/>
                          </a:solidFill>
                          <a:latin typeface="+mn-lt"/>
                          <a:ea typeface="+mn-ea"/>
                          <a:cs typeface="+mn-cs"/>
                        </a:rPr>
                        <a:t> Automation)</a:t>
                      </a:r>
                      <a:endParaRPr lang="en-US" sz="1000" kern="1200" dirty="0">
                        <a:solidFill>
                          <a:schemeClr val="dk1"/>
                        </a:solidFill>
                        <a:latin typeface="+mn-lt"/>
                        <a:ea typeface="+mn-ea"/>
                        <a:cs typeface="+mn-cs"/>
                      </a:endParaRPr>
                    </a:p>
                  </a:txBody>
                  <a:tcPr/>
                </a:tc>
                <a:tc>
                  <a:txBody>
                    <a:bodyPr/>
                    <a:lstStyle/>
                    <a:p>
                      <a:r>
                        <a:rPr lang="en-IN" sz="1000" dirty="0">
                          <a:solidFill>
                            <a:schemeClr val="tx1"/>
                          </a:solidFill>
                        </a:rPr>
                        <a:t>Manual test case creation is time-consuming, repetitive, and often inconsistent across teams. </a:t>
                      </a:r>
                    </a:p>
                    <a:p>
                      <a:pPr marL="0" indent="0">
                        <a:buNone/>
                      </a:pPr>
                      <a:r>
                        <a:rPr lang="en-IN" sz="1000" dirty="0">
                          <a:solidFill>
                            <a:schemeClr val="tx1"/>
                          </a:solidFill>
                        </a:rPr>
                        <a:t>- QA engineers must interpret business requirements and manually write detailed test scenarios, leading to delays and potential coverage gaps. </a:t>
                      </a:r>
                    </a:p>
                    <a:p>
                      <a:pPr marL="0" indent="0">
                        <a:buNone/>
                      </a:pPr>
                      <a:r>
                        <a:rPr lang="en-IN" sz="1000" dirty="0">
                          <a:solidFill>
                            <a:schemeClr val="tx1"/>
                          </a:solidFill>
                        </a:rPr>
                        <a:t>- Existing test management tools lack intelligent automation feature for case generation.</a:t>
                      </a:r>
                    </a:p>
                    <a:p>
                      <a:pPr marL="0" indent="0">
                        <a:buFontTx/>
                        <a:buNone/>
                      </a:pPr>
                      <a:r>
                        <a:rPr lang="en-IN" sz="1000" dirty="0">
                          <a:solidFill>
                            <a:schemeClr val="tx1"/>
                          </a:solidFill>
                        </a:rPr>
                        <a:t>- This POC aims to leverage Generative AI to automate test cases creation using locally fined-tuned LLMs, ensuring contextual relevance, quality, and data security.</a:t>
                      </a:r>
                    </a:p>
                    <a:p>
                      <a:pPr marL="0" indent="0">
                        <a:buFontTx/>
                        <a:buNone/>
                      </a:pPr>
                      <a:endParaRPr lang="en-IN" sz="1000" dirty="0">
                        <a:solidFill>
                          <a:schemeClr val="tx1"/>
                        </a:solidFill>
                      </a:endParaRPr>
                    </a:p>
                    <a:p>
                      <a:pPr marL="0" indent="0">
                        <a:buFontTx/>
                        <a:buNone/>
                      </a:pPr>
                      <a:r>
                        <a:rPr lang="en-IN" sz="1000" b="1" dirty="0">
                          <a:solidFill>
                            <a:schemeClr val="tx1"/>
                          </a:solidFill>
                        </a:rPr>
                        <a:t>MVP Goals:</a:t>
                      </a:r>
                    </a:p>
                    <a:p>
                      <a:pPr marL="228600" indent="-228600">
                        <a:buFontTx/>
                        <a:buAutoNum type="arabicPeriod"/>
                      </a:pPr>
                      <a:r>
                        <a:rPr lang="en-IN" sz="1000" b="0" dirty="0">
                          <a:solidFill>
                            <a:schemeClr val="tx1"/>
                          </a:solidFill>
                        </a:rPr>
                        <a:t>Automate conversion of requirements/user stories into functional test cases.</a:t>
                      </a:r>
                    </a:p>
                    <a:p>
                      <a:pPr marL="228600" indent="-228600">
                        <a:buFontTx/>
                        <a:buAutoNum type="arabicPeriod"/>
                      </a:pPr>
                      <a:r>
                        <a:rPr lang="en-IN" sz="1000" b="0" dirty="0">
                          <a:solidFill>
                            <a:schemeClr val="tx1"/>
                          </a:solidFill>
                        </a:rPr>
                        <a:t>Improve speed and consistency of QA processes.</a:t>
                      </a:r>
                    </a:p>
                    <a:p>
                      <a:pPr marL="228600" indent="-228600">
                        <a:buFontTx/>
                        <a:buAutoNum type="arabicPeriod"/>
                      </a:pPr>
                      <a:r>
                        <a:rPr lang="en-IN" sz="1000" b="0" dirty="0">
                          <a:solidFill>
                            <a:schemeClr val="tx1"/>
                          </a:solidFill>
                        </a:rPr>
                        <a:t>Ensure all data is processed locally to maintain privacy and compliance. </a:t>
                      </a:r>
                      <a:endParaRPr lang="en-IN" sz="1000" dirty="0">
                        <a:solidFill>
                          <a:srgbClr val="FF0000"/>
                        </a:solidFill>
                      </a:endParaRPr>
                    </a:p>
                  </a:txBody>
                  <a:tcPr/>
                </a:tc>
                <a:tc>
                  <a:txBody>
                    <a:bodyPr/>
                    <a:lstStyle/>
                    <a:p>
                      <a:pPr marL="228600" indent="-228600" algn="l" defTabSz="914400" rtl="0" eaLnBrk="1" latinLnBrk="0" hangingPunct="1">
                        <a:buAutoNum type="arabicPeriod"/>
                      </a:pPr>
                      <a:r>
                        <a:rPr lang="en-IN" sz="1000" kern="1200" dirty="0">
                          <a:solidFill>
                            <a:schemeClr val="dk1"/>
                          </a:solidFill>
                          <a:latin typeface="+mn-lt"/>
                          <a:ea typeface="+mn-ea"/>
                          <a:cs typeface="+mn-cs"/>
                        </a:rPr>
                        <a:t>Automated Requirements Understanding </a:t>
                      </a:r>
                    </a:p>
                    <a:p>
                      <a:pPr marL="457200" lvl="1" indent="0" algn="l" defTabSz="914400" rtl="0" eaLnBrk="1" latinLnBrk="0" hangingPunct="1">
                        <a:buNone/>
                      </a:pPr>
                      <a:r>
                        <a:rPr lang="en-IN" sz="1000" kern="1200" dirty="0">
                          <a:solidFill>
                            <a:schemeClr val="dk1"/>
                          </a:solidFill>
                          <a:latin typeface="+mn-lt"/>
                          <a:ea typeface="+mn-ea"/>
                          <a:cs typeface="+mn-cs"/>
                        </a:rPr>
                        <a:t>Parse user stories, acceptance criteria, or functional specs using a fine tuned LLM.</a:t>
                      </a:r>
                    </a:p>
                    <a:p>
                      <a:pPr marL="228600" indent="-228600" algn="l" defTabSz="914400" rtl="0" eaLnBrk="1" latinLnBrk="0" hangingPunct="1">
                        <a:buAutoNum type="arabicPeriod"/>
                      </a:pPr>
                      <a:r>
                        <a:rPr lang="en-IN" sz="1000" kern="1200" dirty="0">
                          <a:solidFill>
                            <a:schemeClr val="dk1"/>
                          </a:solidFill>
                          <a:latin typeface="+mn-lt"/>
                          <a:ea typeface="+mn-ea"/>
                          <a:cs typeface="+mn-cs"/>
                        </a:rPr>
                        <a:t>Test case Generation Engine – Generate structured  test cases with:</a:t>
                      </a:r>
                    </a:p>
                    <a:p>
                      <a:pPr marL="457200" lvl="1" indent="0" algn="l" defTabSz="914400" rtl="0" eaLnBrk="1" latinLnBrk="0" hangingPunct="1">
                        <a:buNone/>
                      </a:pPr>
                      <a:r>
                        <a:rPr lang="en-IN" sz="1000" kern="1200" dirty="0">
                          <a:solidFill>
                            <a:schemeClr val="dk1"/>
                          </a:solidFill>
                          <a:latin typeface="+mn-lt"/>
                          <a:ea typeface="+mn-ea"/>
                          <a:cs typeface="+mn-cs"/>
                        </a:rPr>
                        <a:t>Test title and ID</a:t>
                      </a:r>
                    </a:p>
                    <a:p>
                      <a:pPr marL="457200" lvl="1" indent="0" algn="l" defTabSz="914400" rtl="0" eaLnBrk="1" latinLnBrk="0" hangingPunct="1">
                        <a:buNone/>
                      </a:pPr>
                      <a:r>
                        <a:rPr lang="en-IN" sz="1000" kern="1200" dirty="0">
                          <a:solidFill>
                            <a:schemeClr val="dk1"/>
                          </a:solidFill>
                          <a:latin typeface="+mn-lt"/>
                          <a:ea typeface="+mn-ea"/>
                          <a:cs typeface="+mn-cs"/>
                        </a:rPr>
                        <a:t>Preconditions</a:t>
                      </a:r>
                    </a:p>
                    <a:p>
                      <a:pPr marL="457200" lvl="1" indent="0" algn="l" defTabSz="914400" rtl="0" eaLnBrk="1" latinLnBrk="0" hangingPunct="1">
                        <a:buNone/>
                      </a:pPr>
                      <a:r>
                        <a:rPr lang="en-IN" sz="1000" kern="1200" dirty="0">
                          <a:solidFill>
                            <a:schemeClr val="dk1"/>
                          </a:solidFill>
                          <a:latin typeface="+mn-lt"/>
                          <a:ea typeface="+mn-ea"/>
                          <a:cs typeface="+mn-cs"/>
                        </a:rPr>
                        <a:t>Test steps</a:t>
                      </a:r>
                    </a:p>
                    <a:p>
                      <a:pPr marL="457200" lvl="1" indent="0" algn="l" defTabSz="914400" rtl="0" eaLnBrk="1" latinLnBrk="0" hangingPunct="1">
                        <a:buNone/>
                      </a:pPr>
                      <a:r>
                        <a:rPr lang="en-IN" sz="1000" kern="1200" dirty="0">
                          <a:solidFill>
                            <a:schemeClr val="dk1"/>
                          </a:solidFill>
                          <a:latin typeface="+mn-lt"/>
                          <a:ea typeface="+mn-ea"/>
                          <a:cs typeface="+mn-cs"/>
                        </a:rPr>
                        <a:t>Expected Outcome</a:t>
                      </a:r>
                    </a:p>
                    <a:p>
                      <a:pPr marL="228600" indent="-228600" algn="l" defTabSz="914400" rtl="0" eaLnBrk="1" latinLnBrk="0" hangingPunct="1">
                        <a:buAutoNum type="arabicPeriod" startAt="3"/>
                      </a:pPr>
                      <a:r>
                        <a:rPr lang="en-IN" sz="1000" kern="1200" dirty="0">
                          <a:solidFill>
                            <a:schemeClr val="dk1"/>
                          </a:solidFill>
                          <a:latin typeface="+mn-lt"/>
                          <a:ea typeface="+mn-ea"/>
                          <a:cs typeface="+mn-cs"/>
                        </a:rPr>
                        <a:t>Scenarios Expansion and Edge cases suggestion</a:t>
                      </a:r>
                    </a:p>
                    <a:p>
                      <a:pPr marL="457200" lvl="1" indent="0" algn="l" defTabSz="914400" rtl="0" eaLnBrk="1" latinLnBrk="0" hangingPunct="1">
                        <a:buNone/>
                      </a:pPr>
                      <a:r>
                        <a:rPr lang="en-IN" sz="1000" kern="1200" dirty="0">
                          <a:solidFill>
                            <a:schemeClr val="dk1"/>
                          </a:solidFill>
                          <a:latin typeface="+mn-lt"/>
                          <a:ea typeface="+mn-ea"/>
                          <a:cs typeface="+mn-cs"/>
                        </a:rPr>
                        <a:t>Suggest additional validation, boundary, and negative test cases based on past data and prompt context. </a:t>
                      </a:r>
                    </a:p>
                    <a:p>
                      <a:pPr marL="0" indent="0" algn="l" defTabSz="914400" rtl="0" eaLnBrk="1" latinLnBrk="0" hangingPunct="1">
                        <a:buNone/>
                      </a:pPr>
                      <a:r>
                        <a:rPr lang="en-IN" sz="1000" kern="1200" dirty="0">
                          <a:solidFill>
                            <a:schemeClr val="dk1"/>
                          </a:solidFill>
                          <a:latin typeface="+mn-lt"/>
                          <a:ea typeface="+mn-ea"/>
                          <a:cs typeface="+mn-cs"/>
                        </a:rPr>
                        <a:t>4. Interactive Editing &amp; Regeneration</a:t>
                      </a:r>
                    </a:p>
                    <a:p>
                      <a:pPr marL="457200" lvl="1" indent="0" algn="l" defTabSz="914400" rtl="0" eaLnBrk="1" latinLnBrk="0" hangingPunct="1">
                        <a:buNone/>
                      </a:pPr>
                      <a:r>
                        <a:rPr lang="en-IN" sz="1000" kern="1200" dirty="0">
                          <a:solidFill>
                            <a:schemeClr val="dk1"/>
                          </a:solidFill>
                          <a:latin typeface="+mn-lt"/>
                          <a:ea typeface="+mn-ea"/>
                          <a:cs typeface="+mn-cs"/>
                        </a:rPr>
                        <a:t>Allow users to refine, regenerate, and approve test cases via prompt-based interface.</a:t>
                      </a:r>
                    </a:p>
                    <a:p>
                      <a:pPr marL="0" indent="0" algn="l" defTabSz="914400" rtl="0" eaLnBrk="1" latinLnBrk="0" hangingPunct="1">
                        <a:buNone/>
                      </a:pPr>
                      <a:r>
                        <a:rPr lang="en-IN" sz="1000" kern="1200" dirty="0">
                          <a:solidFill>
                            <a:schemeClr val="dk1"/>
                          </a:solidFill>
                          <a:latin typeface="+mn-lt"/>
                          <a:ea typeface="+mn-ea"/>
                          <a:cs typeface="+mn-cs"/>
                        </a:rPr>
                        <a:t>5. Local LLM execution</a:t>
                      </a:r>
                    </a:p>
                    <a:p>
                      <a:pPr marL="457200" lvl="1" indent="0" algn="l" defTabSz="914400" rtl="0" eaLnBrk="1" latinLnBrk="0" hangingPunct="1">
                        <a:buNone/>
                      </a:pPr>
                      <a:r>
                        <a:rPr lang="en-IN" sz="1000" kern="1200" dirty="0">
                          <a:solidFill>
                            <a:schemeClr val="dk1"/>
                          </a:solidFill>
                          <a:latin typeface="+mn-lt"/>
                          <a:ea typeface="+mn-ea"/>
                          <a:cs typeface="+mn-cs"/>
                        </a:rPr>
                        <a:t>Call LLM API’s using secure keys(e.g. OpenAI, Gemini API)</a:t>
                      </a:r>
                    </a:p>
                    <a:p>
                      <a:pPr marL="0" indent="0" algn="l" defTabSz="914400" rtl="0" eaLnBrk="1" latinLnBrk="0" hangingPunct="1">
                        <a:buNone/>
                      </a:pPr>
                      <a:r>
                        <a:rPr lang="en-IN" sz="1000" kern="1200" dirty="0">
                          <a:solidFill>
                            <a:schemeClr val="dk1"/>
                          </a:solidFill>
                          <a:latin typeface="+mn-lt"/>
                          <a:ea typeface="+mn-ea"/>
                          <a:cs typeface="+mn-cs"/>
                        </a:rPr>
                        <a:t>6. Export and Integration </a:t>
                      </a:r>
                    </a:p>
                    <a:p>
                      <a:pPr marL="457200" lvl="1" indent="0" algn="l" defTabSz="914400" rtl="0" eaLnBrk="1" latinLnBrk="0" hangingPunct="1">
                        <a:buNone/>
                      </a:pPr>
                      <a:r>
                        <a:rPr lang="en-IN" sz="1000" kern="1200" dirty="0">
                          <a:solidFill>
                            <a:schemeClr val="dk1"/>
                          </a:solidFill>
                          <a:latin typeface="+mn-lt"/>
                          <a:ea typeface="+mn-ea"/>
                          <a:cs typeface="+mn-cs"/>
                        </a:rPr>
                        <a:t>Output in Excel, CSV or Markdown for test management tool.</a:t>
                      </a:r>
                    </a:p>
                    <a:p>
                      <a:pPr marL="0" indent="0" algn="l" defTabSz="914400" rtl="0" eaLnBrk="1" latinLnBrk="0" hangingPunct="1">
                        <a:buNone/>
                      </a:pPr>
                      <a:endParaRPr lang="en-IN" sz="1000" kern="1200" dirty="0">
                        <a:solidFill>
                          <a:schemeClr val="dk1"/>
                        </a:solidFill>
                        <a:latin typeface="+mn-lt"/>
                        <a:ea typeface="+mn-ea"/>
                        <a:cs typeface="+mn-cs"/>
                      </a:endParaRPr>
                    </a:p>
                    <a:p>
                      <a:pPr marL="0" indent="0" algn="l" defTabSz="914400" rtl="0" eaLnBrk="1" latinLnBrk="0" hangingPunct="1">
                        <a:buNone/>
                      </a:pPr>
                      <a:r>
                        <a:rPr lang="en-IN" sz="1000" b="1" kern="1200" dirty="0">
                          <a:solidFill>
                            <a:schemeClr val="dk1"/>
                          </a:solidFill>
                          <a:latin typeface="+mn-lt"/>
                          <a:ea typeface="+mn-ea"/>
                          <a:cs typeface="+mn-cs"/>
                        </a:rPr>
                        <a:t>Scope:</a:t>
                      </a:r>
                    </a:p>
                    <a:p>
                      <a:pPr marL="457200" lvl="1" indent="0" algn="l" defTabSz="914400" rtl="0" eaLnBrk="1" latinLnBrk="0" hangingPunct="1">
                        <a:buNone/>
                      </a:pPr>
                      <a:r>
                        <a:rPr lang="en-IN" sz="1000" kern="1200" dirty="0">
                          <a:solidFill>
                            <a:schemeClr val="dk1"/>
                          </a:solidFill>
                          <a:latin typeface="+mn-lt"/>
                          <a:ea typeface="+mn-ea"/>
                          <a:cs typeface="+mn-cs"/>
                        </a:rPr>
                        <a:t>Process 100-200 sample requirement inputs.</a:t>
                      </a:r>
                    </a:p>
                    <a:p>
                      <a:pPr marL="457200" lvl="1" indent="0" algn="l" defTabSz="914400" rtl="0" eaLnBrk="1" latinLnBrk="0" hangingPunct="1">
                        <a:buNone/>
                      </a:pPr>
                      <a:r>
                        <a:rPr lang="en-IN" sz="1000" kern="1200" dirty="0">
                          <a:solidFill>
                            <a:schemeClr val="dk1"/>
                          </a:solidFill>
                          <a:latin typeface="+mn-lt"/>
                          <a:ea typeface="+mn-ea"/>
                          <a:cs typeface="+mn-cs"/>
                        </a:rPr>
                        <a:t>Fine tune prompts using 500-1000 historical data points</a:t>
                      </a:r>
                    </a:p>
                    <a:p>
                      <a:pPr marL="457200" lvl="1" indent="0" algn="l" defTabSz="914400" rtl="0" eaLnBrk="1" latinLnBrk="0" hangingPunct="1">
                        <a:buNone/>
                      </a:pPr>
                      <a:r>
                        <a:rPr lang="en-IN" sz="1000" kern="1200" dirty="0">
                          <a:solidFill>
                            <a:schemeClr val="dk1"/>
                          </a:solidFill>
                          <a:latin typeface="+mn-lt"/>
                          <a:ea typeface="+mn-ea"/>
                          <a:cs typeface="+mn-cs"/>
                        </a:rPr>
                        <a:t>Build a reusable argument suggestion engine.</a:t>
                      </a:r>
                    </a:p>
                    <a:p>
                      <a:pPr marL="457200" lvl="1" indent="0" algn="l" defTabSz="914400" rtl="0" eaLnBrk="1" latinLnBrk="0" hangingPunct="1">
                        <a:buNone/>
                      </a:pPr>
                      <a:endParaRPr lang="en-IN" sz="1000" kern="1200" dirty="0">
                        <a:solidFill>
                          <a:schemeClr val="dk1"/>
                        </a:solidFill>
                        <a:latin typeface="+mn-lt"/>
                        <a:ea typeface="+mn-ea"/>
                        <a:cs typeface="+mn-cs"/>
                      </a:endParaRPr>
                    </a:p>
                    <a:p>
                      <a:pPr marL="0" indent="0" algn="l" defTabSz="914400" rtl="0" eaLnBrk="1" latinLnBrk="0" hangingPunct="1">
                        <a:buNone/>
                      </a:pPr>
                      <a:r>
                        <a:rPr lang="en-IN" sz="1000" b="1" kern="1200" dirty="0">
                          <a:solidFill>
                            <a:schemeClr val="dk1"/>
                          </a:solidFill>
                          <a:latin typeface="+mn-lt"/>
                          <a:ea typeface="+mn-ea"/>
                          <a:cs typeface="+mn-cs"/>
                        </a:rPr>
                        <a:t>Steps and Components:</a:t>
                      </a:r>
                    </a:p>
                    <a:p>
                      <a:pPr marL="457200" lvl="1" indent="0" algn="l" defTabSz="914400" rtl="0" eaLnBrk="1" latinLnBrk="0" hangingPunct="1">
                        <a:buNone/>
                      </a:pPr>
                      <a:r>
                        <a:rPr lang="en-IN" sz="1000" kern="1200" dirty="0">
                          <a:solidFill>
                            <a:schemeClr val="dk1"/>
                          </a:solidFill>
                          <a:latin typeface="+mn-lt"/>
                          <a:ea typeface="+mn-ea"/>
                          <a:cs typeface="+mn-cs"/>
                        </a:rPr>
                        <a:t>Data Collection and Annotations</a:t>
                      </a:r>
                    </a:p>
                    <a:p>
                      <a:pPr marL="457200" lvl="1" indent="0" algn="l" defTabSz="914400" rtl="0" eaLnBrk="1" latinLnBrk="0" hangingPunct="1">
                        <a:buNone/>
                      </a:pPr>
                      <a:r>
                        <a:rPr lang="en-IN" sz="1000" kern="1200" dirty="0">
                          <a:solidFill>
                            <a:schemeClr val="dk1"/>
                          </a:solidFill>
                          <a:latin typeface="+mn-lt"/>
                          <a:ea typeface="+mn-ea"/>
                          <a:cs typeface="+mn-cs"/>
                        </a:rPr>
                        <a:t>Prompt Engineering</a:t>
                      </a:r>
                    </a:p>
                    <a:p>
                      <a:pPr marL="457200" lvl="1" indent="0" algn="l" defTabSz="914400" rtl="0" eaLnBrk="1" latinLnBrk="0" hangingPunct="1">
                        <a:buNone/>
                      </a:pPr>
                      <a:r>
                        <a:rPr lang="en-IN" sz="1000" kern="1200" dirty="0">
                          <a:solidFill>
                            <a:schemeClr val="dk1"/>
                          </a:solidFill>
                          <a:latin typeface="+mn-lt"/>
                          <a:ea typeface="+mn-ea"/>
                          <a:cs typeface="+mn-cs"/>
                        </a:rPr>
                        <a:t>API Key-based LLM Integration</a:t>
                      </a:r>
                    </a:p>
                    <a:p>
                      <a:pPr marL="457200" lvl="1" indent="0" algn="l" defTabSz="914400" rtl="0" eaLnBrk="1" latinLnBrk="0" hangingPunct="1">
                        <a:buNone/>
                      </a:pPr>
                      <a:r>
                        <a:rPr lang="en-IN" sz="1000" kern="1200" dirty="0">
                          <a:solidFill>
                            <a:schemeClr val="dk1"/>
                          </a:solidFill>
                          <a:latin typeface="+mn-lt"/>
                          <a:ea typeface="+mn-ea"/>
                          <a:cs typeface="+mn-cs"/>
                        </a:rPr>
                        <a:t>UI for input and review</a:t>
                      </a:r>
                    </a:p>
                    <a:p>
                      <a:pPr marL="457200" lvl="1" indent="0" algn="l" defTabSz="914400" rtl="0" eaLnBrk="1" latinLnBrk="0" hangingPunct="1">
                        <a:buNone/>
                      </a:pPr>
                      <a:r>
                        <a:rPr lang="en-IN" sz="1000" kern="1200" dirty="0">
                          <a:solidFill>
                            <a:schemeClr val="dk1"/>
                          </a:solidFill>
                          <a:latin typeface="+mn-lt"/>
                          <a:ea typeface="+mn-ea"/>
                          <a:cs typeface="+mn-cs"/>
                        </a:rPr>
                        <a:t>Output Formation Module</a:t>
                      </a:r>
                    </a:p>
                    <a:p>
                      <a:pPr marL="0" indent="0" algn="l" defTabSz="914400" rtl="0" eaLnBrk="1" latinLnBrk="0" hangingPunct="1">
                        <a:buNone/>
                      </a:pPr>
                      <a:endParaRPr lang="en-IN" sz="1000" kern="1200" dirty="0">
                        <a:solidFill>
                          <a:schemeClr val="dk1"/>
                        </a:solidFill>
                        <a:latin typeface="+mn-lt"/>
                        <a:ea typeface="+mn-ea"/>
                        <a:cs typeface="+mn-cs"/>
                      </a:endParaRPr>
                    </a:p>
                    <a:p>
                      <a:pPr marL="0" indent="0" algn="l" defTabSz="914400" rtl="0" eaLnBrk="1" latinLnBrk="0" hangingPunct="1">
                        <a:buNone/>
                      </a:pPr>
                      <a:endParaRPr lang="en-IN" sz="1000" kern="1200" dirty="0">
                        <a:solidFill>
                          <a:schemeClr val="dk1"/>
                        </a:solidFill>
                        <a:latin typeface="+mn-lt"/>
                        <a:ea typeface="+mn-ea"/>
                        <a:cs typeface="+mn-cs"/>
                      </a:endParaRPr>
                    </a:p>
                    <a:p>
                      <a:pPr marL="228600" indent="-228600" algn="l" defTabSz="914400" rtl="0" eaLnBrk="1" latinLnBrk="0" hangingPunct="1">
                        <a:buAutoNum type="arabicPeriod"/>
                      </a:pPr>
                      <a:endParaRPr lang="en-IN" sz="1000" kern="120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dirty="0"/>
                        <a:t>LLM provider: OpenAI, Gemini API</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000" dirty="0"/>
                        <a:t>Base Model: Hosted via API(No Local LLM)</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000" dirty="0"/>
                        <a:t>Backend: Python</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000" dirty="0"/>
                        <a:t>UI layer: Streamlit</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000" dirty="0"/>
                        <a:t>Dev Tools: VS Code, Git</a:t>
                      </a:r>
                    </a:p>
                  </a:txBody>
                  <a:tcPr/>
                </a:tc>
                <a:extLst>
                  <a:ext uri="{0D108BD9-81ED-4DB2-BD59-A6C34878D82A}">
                    <a16:rowId xmlns:a16="http://schemas.microsoft.com/office/drawing/2014/main" val="2519115389"/>
                  </a:ext>
                </a:extLst>
              </a:tr>
            </a:tbl>
          </a:graphicData>
        </a:graphic>
      </p:graphicFrame>
    </p:spTree>
    <p:extLst>
      <p:ext uri="{BB962C8B-B14F-4D97-AF65-F5344CB8AC3E}">
        <p14:creationId xmlns:p14="http://schemas.microsoft.com/office/powerpoint/2010/main" val="30646518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heme/theme1.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docProps/app.xml><?xml version="1.0" encoding="utf-8"?>
<Properties xmlns="http://schemas.openxmlformats.org/officeDocument/2006/extended-properties" xmlns:vt="http://schemas.openxmlformats.org/officeDocument/2006/docPropsVTypes">
  <TotalTime>6967</TotalTime>
  <Words>346</Words>
  <Application>Microsoft Office PowerPoint</Application>
  <PresentationFormat>Widescreen</PresentationFormat>
  <Paragraphs>50</Paragraphs>
  <Slides>1</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9" baseType="lpstr">
      <vt:lpstr>Arial</vt:lpstr>
      <vt:lpstr>Trocchi</vt:lpstr>
      <vt:lpstr>Ubuntu</vt:lpstr>
      <vt:lpstr>Ubuntu Light</vt:lpstr>
      <vt:lpstr>Ubuntu Medium</vt:lpstr>
      <vt:lpstr>Wingdings</vt:lpstr>
      <vt:lpstr>Capgemini Master 2021</vt:lpstr>
      <vt:lpstr>think-cell Slide</vt:lpstr>
      <vt:lpstr>Business case and solution detail</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case and solution detail</dc:title>
  <dc:creator>Srivastava, Shagun</dc:creator>
  <cp:lastModifiedBy>Dutta, Shounak Subimal</cp:lastModifiedBy>
  <cp:revision>9</cp:revision>
  <dcterms:created xsi:type="dcterms:W3CDTF">2024-07-10T08:56:29Z</dcterms:created>
  <dcterms:modified xsi:type="dcterms:W3CDTF">2025-07-22T11:26:16Z</dcterms:modified>
</cp:coreProperties>
</file>